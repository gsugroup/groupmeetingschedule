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319" r:id="rId2"/>
    <p:sldId id="262" r:id="rId3"/>
    <p:sldId id="297" r:id="rId4"/>
    <p:sldId id="317" r:id="rId5"/>
    <p:sldId id="354" r:id="rId6"/>
    <p:sldId id="350" r:id="rId7"/>
    <p:sldId id="334" r:id="rId8"/>
    <p:sldId id="349" r:id="rId9"/>
    <p:sldId id="299" r:id="rId10"/>
    <p:sldId id="322" r:id="rId11"/>
    <p:sldId id="355" r:id="rId12"/>
    <p:sldId id="357" r:id="rId13"/>
    <p:sldId id="356" r:id="rId14"/>
    <p:sldId id="305" r:id="rId15"/>
    <p:sldId id="352" r:id="rId16"/>
    <p:sldId id="353" r:id="rId17"/>
    <p:sldId id="358" r:id="rId18"/>
    <p:sldId id="359" r:id="rId19"/>
    <p:sldId id="360" r:id="rId20"/>
    <p:sldId id="361" r:id="rId21"/>
    <p:sldId id="362" r:id="rId22"/>
    <p:sldId id="351" r:id="rId23"/>
    <p:sldId id="329" r:id="rId24"/>
    <p:sldId id="314"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404040"/>
    <a:srgbClr val="70AD47"/>
    <a:srgbClr val="5B9BD5"/>
    <a:srgbClr val="696969"/>
    <a:srgbClr val="D9D9D9"/>
    <a:srgbClr val="BFBFBF"/>
    <a:srgbClr val="F7F7F7"/>
    <a:srgbClr val="7F7F7F"/>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5375" autoAdjust="0"/>
  </p:normalViewPr>
  <p:slideViewPr>
    <p:cSldViewPr snapToGrid="0" showGuides="1">
      <p:cViewPr varScale="1">
        <p:scale>
          <a:sx n="80" d="100"/>
          <a:sy n="80" d="100"/>
        </p:scale>
        <p:origin x="124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8CF60-13D2-4829-93DF-B5F5E133989B}" type="datetimeFigureOut">
              <a:rPr lang="zh-CN" altLang="en-US" smtClean="0"/>
              <a:t>2025/4/10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576198-4CF3-446F-B204-6B1848582D61}" type="slidenum">
              <a:rPr lang="zh-CN" altLang="en-US" smtClean="0"/>
              <a:t>‹#›</a:t>
            </a:fld>
            <a:endParaRPr lang="zh-CN" altLang="en-US"/>
          </a:p>
        </p:txBody>
      </p:sp>
    </p:spTree>
    <p:extLst>
      <p:ext uri="{BB962C8B-B14F-4D97-AF65-F5344CB8AC3E}">
        <p14:creationId xmlns:p14="http://schemas.microsoft.com/office/powerpoint/2010/main" val="3262625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Hello everyone. Today I’ll be talking about a dual-purpose approach to model distillation—How to makes large language models lighter and faster but also preserves copyright protection</a:t>
            </a:r>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1</a:t>
            </a:fld>
            <a:endParaRPr lang="zh-CN" altLang="en-US"/>
          </a:p>
        </p:txBody>
      </p:sp>
    </p:spTree>
    <p:extLst>
      <p:ext uri="{BB962C8B-B14F-4D97-AF65-F5344CB8AC3E}">
        <p14:creationId xmlns:p14="http://schemas.microsoft.com/office/powerpoint/2010/main" val="1774415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The talk will follow a clear structure: I'll start with the </a:t>
            </a:r>
            <a:r>
              <a:rPr lang="en-US" altLang="zh-CN" b="1"/>
              <a:t>motivation</a:t>
            </a:r>
            <a:r>
              <a:rPr lang="en-US" altLang="zh-CN"/>
              <a:t>, then move into the </a:t>
            </a:r>
            <a:r>
              <a:rPr lang="en-US" altLang="zh-CN" b="1"/>
              <a:t>problem statement</a:t>
            </a:r>
            <a:r>
              <a:rPr lang="en-US" altLang="zh-CN"/>
              <a:t>, go over some </a:t>
            </a:r>
            <a:r>
              <a:rPr lang="en-US" altLang="zh-CN" b="1"/>
              <a:t>methods and design choices</a:t>
            </a:r>
            <a:r>
              <a:rPr lang="en-US" altLang="zh-CN"/>
              <a:t>, and finally wrap up with a </a:t>
            </a:r>
            <a:r>
              <a:rPr lang="en-US" altLang="zh-CN" b="1"/>
              <a:t>conclusion</a:t>
            </a:r>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2</a:t>
            </a:fld>
            <a:endParaRPr lang="zh-CN" altLang="en-US"/>
          </a:p>
        </p:txBody>
      </p:sp>
    </p:spTree>
    <p:extLst>
      <p:ext uri="{BB962C8B-B14F-4D97-AF65-F5344CB8AC3E}">
        <p14:creationId xmlns:p14="http://schemas.microsoft.com/office/powerpoint/2010/main" val="2420009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3</a:t>
            </a:fld>
            <a:endParaRPr lang="zh-CN" altLang="en-US"/>
          </a:p>
        </p:txBody>
      </p:sp>
    </p:spTree>
    <p:extLst>
      <p:ext uri="{BB962C8B-B14F-4D97-AF65-F5344CB8AC3E}">
        <p14:creationId xmlns:p14="http://schemas.microsoft.com/office/powerpoint/2010/main" val="3947351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I want to use large language models, or LLMs, for real-time translation—especially on edge devices. </a:t>
            </a:r>
            <a:endParaRPr lang="en-US" altLang="zh-CN" b="0" i="0">
              <a:solidFill>
                <a:srgbClr val="404040"/>
              </a:solidFill>
              <a:effectLst/>
              <a:latin typeface="DeepSeek-CJK-patch"/>
            </a:endParaRPr>
          </a:p>
          <a:p>
            <a:endParaRPr lang="en-US" altLang="zh-CN" b="0" i="0">
              <a:solidFill>
                <a:srgbClr val="404040"/>
              </a:solidFill>
              <a:effectLst/>
              <a:latin typeface="DeepSeek-CJK-patch"/>
            </a:endParaRPr>
          </a:p>
          <a:p>
            <a:r>
              <a:rPr lang="en-US" altLang="zh-CN" b="0" i="0">
                <a:solidFill>
                  <a:srgbClr val="404040"/>
                </a:solidFill>
                <a:effectLst/>
                <a:latin typeface="DeepSeek-CJK-patch"/>
              </a:rPr>
              <a:t>Imagine you're traveling through Italy and want to communicate with a local friend who only speaks Italian. You decide to use a </a:t>
            </a:r>
            <a:r>
              <a:rPr lang="en-US" altLang="zh-CN" b="1" i="0">
                <a:solidFill>
                  <a:srgbClr val="404040"/>
                </a:solidFill>
                <a:effectLst/>
                <a:latin typeface="DeepSeek-CJK-patch"/>
              </a:rPr>
              <a:t>large language model (LLM)</a:t>
            </a:r>
            <a:r>
              <a:rPr lang="en-US" altLang="zh-CN" b="0" i="0">
                <a:solidFill>
                  <a:srgbClr val="404040"/>
                </a:solidFill>
                <a:effectLst/>
                <a:latin typeface="DeepSeek-CJK-patch"/>
              </a:rPr>
              <a:t> on your phone for real-time translation. Since you’re offline (without buying service or no Wi-Fi in remote), you rely on a </a:t>
            </a:r>
            <a:r>
              <a:rPr lang="en-US" altLang="zh-CN" b="1" i="0">
                <a:solidFill>
                  <a:srgbClr val="404040"/>
                </a:solidFill>
                <a:effectLst/>
                <a:latin typeface="DeepSeek-CJK-patch"/>
              </a:rPr>
              <a:t>lightweight </a:t>
            </a:r>
            <a:r>
              <a:rPr lang="en-US" altLang="zh-CN" b="0" i="0">
                <a:solidFill>
                  <a:srgbClr val="404040"/>
                </a:solidFill>
                <a:effectLst/>
                <a:latin typeface="DeepSeek-CJK-patch"/>
              </a:rPr>
              <a:t>model that works without internet. It’s fast, private (no data sent to servers), and perfect for your needs.</a:t>
            </a:r>
          </a:p>
          <a:p>
            <a:endParaRPr lang="en-US" altLang="zh-CN" b="0" i="0">
              <a:solidFill>
                <a:srgbClr val="404040"/>
              </a:solidFill>
              <a:effectLst/>
              <a:latin typeface="DeepSeek-CJK-patch"/>
            </a:endParaRPr>
          </a:p>
          <a:p>
            <a:r>
              <a:rPr lang="en-US" altLang="zh-CN"/>
              <a:t>Running these models offline has some strong benefits: they’re faster, preserve user privacy, and avoid the cost and delay of cloud-based APIs</a:t>
            </a:r>
            <a:endParaRPr lang="en-US" altLang="zh-CN" b="0" i="0">
              <a:solidFill>
                <a:srgbClr val="404040"/>
              </a:solidFill>
              <a:effectLst/>
              <a:latin typeface="DeepSeek-CJK-patch"/>
            </a:endParaRPr>
          </a:p>
          <a:p>
            <a:endParaRPr lang="en-US" altLang="zh-CN" b="0" i="0">
              <a:solidFill>
                <a:srgbClr val="404040"/>
              </a:solidFill>
              <a:effectLst/>
              <a:latin typeface="DeepSeek-CJK-patch"/>
            </a:endParaRPr>
          </a:p>
          <a:p>
            <a:r>
              <a:rPr lang="en-US" altLang="zh-CN"/>
              <a:t>When you're having a great time chatting with your friends, the last thing you want is for something like this to happen.</a:t>
            </a:r>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4</a:t>
            </a:fld>
            <a:endParaRPr lang="zh-CN" altLang="en-US"/>
          </a:p>
        </p:txBody>
      </p:sp>
    </p:spTree>
    <p:extLst>
      <p:ext uri="{BB962C8B-B14F-4D97-AF65-F5344CB8AC3E}">
        <p14:creationId xmlns:p14="http://schemas.microsoft.com/office/powerpoint/2010/main" val="1252690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CC032-A6BE-4192-E303-68E601B7B2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87CF4A-690A-5219-8263-A74DAC3CD3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3B902C-FA73-F994-72B4-852A28D0B188}"/>
              </a:ext>
            </a:extLst>
          </p:cNvPr>
          <p:cNvSpPr>
            <a:spLocks noGrp="1"/>
          </p:cNvSpPr>
          <p:nvPr>
            <p:ph type="body" idx="1"/>
          </p:nvPr>
        </p:nvSpPr>
        <p:spPr/>
        <p:txBody>
          <a:bodyPr/>
          <a:lstStyle/>
          <a:p>
            <a:pPr algn="l">
              <a:lnSpc>
                <a:spcPts val="2143"/>
              </a:lnSpc>
              <a:spcBef>
                <a:spcPts val="1029"/>
              </a:spcBef>
              <a:spcAft>
                <a:spcPts val="1029"/>
              </a:spcAft>
              <a:buNone/>
            </a:pPr>
            <a:r>
              <a:rPr lang="en-US" altLang="zh-CN" b="1" i="0">
                <a:solidFill>
                  <a:srgbClr val="404040"/>
                </a:solidFill>
                <a:effectLst/>
                <a:latin typeface="DeepSeek-CJK-patch"/>
              </a:rPr>
              <a:t>Base models</a:t>
            </a:r>
            <a:r>
              <a:rPr lang="en-US" altLang="zh-CN" b="0" i="0">
                <a:solidFill>
                  <a:srgbClr val="404040"/>
                </a:solidFill>
                <a:effectLst/>
                <a:latin typeface="DeepSeek-CJK-patch"/>
              </a:rPr>
              <a:t> (e.g., GPT-4, LLaMA) are massive, requiring Heavy computational resources (GPUs/TPUs).</a:t>
            </a:r>
          </a:p>
          <a:p>
            <a:pPr algn="l">
              <a:lnSpc>
                <a:spcPts val="2143"/>
              </a:lnSpc>
              <a:spcBef>
                <a:spcPts val="300"/>
              </a:spcBef>
              <a:spcAft>
                <a:spcPts val="1029"/>
              </a:spcAft>
              <a:buFont typeface="Arial" panose="020B0604020202020204" pitchFamily="34" charset="0"/>
              <a:buChar char="•"/>
            </a:pPr>
            <a:r>
              <a:rPr lang="en-US" altLang="zh-CN" b="0" i="0">
                <a:solidFill>
                  <a:srgbClr val="404040"/>
                </a:solidFill>
                <a:effectLst/>
                <a:latin typeface="DeepSeek-CJK-patch"/>
              </a:rPr>
              <a:t>Constant internet connectivity for cloud-based APIs.</a:t>
            </a:r>
          </a:p>
          <a:p>
            <a:pPr algn="l">
              <a:lnSpc>
                <a:spcPts val="2143"/>
              </a:lnSpc>
              <a:spcBef>
                <a:spcPts val="300"/>
              </a:spcBef>
              <a:spcAft>
                <a:spcPts val="1029"/>
              </a:spcAft>
              <a:buFont typeface="Arial" panose="020B0604020202020204" pitchFamily="34" charset="0"/>
              <a:buChar char="•"/>
            </a:pPr>
            <a:r>
              <a:rPr lang="en-US" altLang="zh-CN" b="0" i="0">
                <a:solidFill>
                  <a:srgbClr val="404040"/>
                </a:solidFill>
                <a:effectLst/>
                <a:latin typeface="DeepSeek-CJK-patch"/>
              </a:rPr>
              <a:t>High latency (seconds to minutes per response).</a:t>
            </a:r>
          </a:p>
          <a:p>
            <a:pPr algn="l">
              <a:lnSpc>
                <a:spcPts val="2143"/>
              </a:lnSpc>
              <a:spcBef>
                <a:spcPts val="300"/>
              </a:spcBef>
              <a:spcAft>
                <a:spcPts val="1029"/>
              </a:spcAft>
              <a:buFont typeface="Arial" panose="020B0604020202020204" pitchFamily="34" charset="0"/>
              <a:buNone/>
            </a:pPr>
            <a:endParaRPr lang="en-US" altLang="zh-CN" b="0" i="0">
              <a:solidFill>
                <a:srgbClr val="404040"/>
              </a:solidFill>
              <a:effectLst/>
              <a:latin typeface="DeepSeek-CJK-patch"/>
            </a:endParaRPr>
          </a:p>
          <a:p>
            <a:pPr algn="l">
              <a:lnSpc>
                <a:spcPts val="2143"/>
              </a:lnSpc>
              <a:spcBef>
                <a:spcPts val="1029"/>
              </a:spcBef>
              <a:spcAft>
                <a:spcPts val="1029"/>
              </a:spcAft>
              <a:buNone/>
            </a:pPr>
            <a:r>
              <a:rPr lang="en-US" altLang="zh-CN" b="1" i="0">
                <a:solidFill>
                  <a:srgbClr val="404040"/>
                </a:solidFill>
                <a:effectLst/>
                <a:latin typeface="DeepSeek-CJK-patch"/>
              </a:rPr>
              <a:t>Distillation solves this</a:t>
            </a:r>
            <a:r>
              <a:rPr lang="en-US" altLang="zh-CN" b="0" i="0">
                <a:solidFill>
                  <a:srgbClr val="404040"/>
                </a:solidFill>
                <a:effectLst/>
                <a:latin typeface="DeepSeek-CJK-patch"/>
              </a:rPr>
              <a:t>:</a:t>
            </a:r>
          </a:p>
          <a:p>
            <a:pPr algn="l">
              <a:lnSpc>
                <a:spcPts val="2143"/>
              </a:lnSpc>
              <a:spcBef>
                <a:spcPts val="1029"/>
              </a:spcBef>
              <a:spcAft>
                <a:spcPts val="1029"/>
              </a:spcAft>
              <a:buFont typeface="Arial" panose="020B0604020202020204" pitchFamily="34" charset="0"/>
              <a:buChar char="•"/>
            </a:pPr>
            <a:r>
              <a:rPr lang="en-US" altLang="zh-CN" b="1" i="0">
                <a:solidFill>
                  <a:srgbClr val="404040"/>
                </a:solidFill>
                <a:effectLst/>
                <a:latin typeface="DeepSeek-CJK-patch"/>
              </a:rPr>
              <a:t>Smaller size</a:t>
            </a:r>
            <a:r>
              <a:rPr lang="en-US" altLang="zh-CN" b="0" i="0">
                <a:solidFill>
                  <a:srgbClr val="404040"/>
                </a:solidFill>
                <a:effectLst/>
                <a:latin typeface="DeepSeek-CJK-patch"/>
              </a:rPr>
              <a:t>: A distilled model can run on a smartphone or XR device (e.g., 100MB vs. 10GB).</a:t>
            </a:r>
          </a:p>
          <a:p>
            <a:pPr algn="l">
              <a:lnSpc>
                <a:spcPts val="2143"/>
              </a:lnSpc>
              <a:spcBef>
                <a:spcPts val="300"/>
              </a:spcBef>
              <a:spcAft>
                <a:spcPts val="1029"/>
              </a:spcAft>
              <a:buFont typeface="Arial" panose="020B0604020202020204" pitchFamily="34" charset="0"/>
              <a:buChar char="•"/>
            </a:pPr>
            <a:r>
              <a:rPr lang="en-US" altLang="zh-CN" b="1" i="0">
                <a:solidFill>
                  <a:srgbClr val="404040"/>
                </a:solidFill>
                <a:effectLst/>
                <a:latin typeface="DeepSeek-CJK-patch"/>
              </a:rPr>
              <a:t>Offline functionality</a:t>
            </a:r>
            <a:r>
              <a:rPr lang="en-US" altLang="zh-CN" b="0" i="0">
                <a:solidFill>
                  <a:srgbClr val="404040"/>
                </a:solidFill>
                <a:effectLst/>
                <a:latin typeface="DeepSeek-CJK-patch"/>
              </a:rPr>
              <a:t>: No need for internet—critical for your Italian trip where connectivity is unreliable.</a:t>
            </a:r>
          </a:p>
          <a:p>
            <a:pPr algn="l">
              <a:lnSpc>
                <a:spcPts val="2143"/>
              </a:lnSpc>
              <a:spcBef>
                <a:spcPts val="300"/>
              </a:spcBef>
              <a:spcAft>
                <a:spcPts val="1029"/>
              </a:spcAft>
              <a:buFont typeface="Arial" panose="020B0604020202020204" pitchFamily="34" charset="0"/>
              <a:buChar char="•"/>
            </a:pPr>
            <a:r>
              <a:rPr lang="en-US" altLang="zh-CN" b="1" i="0">
                <a:solidFill>
                  <a:srgbClr val="404040"/>
                </a:solidFill>
                <a:effectLst/>
                <a:latin typeface="DeepSeek-CJK-patch"/>
              </a:rPr>
              <a:t>Speed</a:t>
            </a:r>
            <a:r>
              <a:rPr lang="en-US" altLang="zh-CN" b="0" i="0">
                <a:solidFill>
                  <a:srgbClr val="404040"/>
                </a:solidFill>
                <a:effectLst/>
                <a:latin typeface="DeepSeek-CJK-patch"/>
              </a:rPr>
              <a:t>: Near-instant responses for real-time tasks like translation.</a:t>
            </a:r>
          </a:p>
        </p:txBody>
      </p:sp>
      <p:sp>
        <p:nvSpPr>
          <p:cNvPr id="4" name="灯片编号占位符 3">
            <a:extLst>
              <a:ext uri="{FF2B5EF4-FFF2-40B4-BE49-F238E27FC236}">
                <a16:creationId xmlns:a16="http://schemas.microsoft.com/office/drawing/2014/main" id="{DDB49F96-6F48-FC3E-35E9-8C0C43427785}"/>
              </a:ext>
            </a:extLst>
          </p:cNvPr>
          <p:cNvSpPr>
            <a:spLocks noGrp="1"/>
          </p:cNvSpPr>
          <p:nvPr>
            <p:ph type="sldNum" sz="quarter" idx="10"/>
          </p:nvPr>
        </p:nvSpPr>
        <p:spPr/>
        <p:txBody>
          <a:bodyPr/>
          <a:lstStyle/>
          <a:p>
            <a:fld id="{4F576198-4CF3-446F-B204-6B1848582D61}" type="slidenum">
              <a:rPr lang="zh-CN" altLang="en-US" smtClean="0"/>
              <a:t>5</a:t>
            </a:fld>
            <a:endParaRPr lang="zh-CN" altLang="en-US"/>
          </a:p>
        </p:txBody>
      </p:sp>
    </p:spTree>
    <p:extLst>
      <p:ext uri="{BB962C8B-B14F-4D97-AF65-F5344CB8AC3E}">
        <p14:creationId xmlns:p14="http://schemas.microsoft.com/office/powerpoint/2010/main" val="1370128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1506-D1AD-B72A-BDAE-104013EFB8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8D750F-AC62-6599-289F-E8A13ED5E5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079D03-5645-A723-6DB9-03C24910ED00}"/>
              </a:ext>
            </a:extLst>
          </p:cNvPr>
          <p:cNvSpPr>
            <a:spLocks noGrp="1"/>
          </p:cNvSpPr>
          <p:nvPr>
            <p:ph type="body" idx="1"/>
          </p:nvPr>
        </p:nvSpPr>
        <p:spPr/>
        <p:txBody>
          <a:bodyPr/>
          <a:lstStyle/>
          <a:p>
            <a:pPr algn="l">
              <a:lnSpc>
                <a:spcPts val="2143"/>
              </a:lnSpc>
              <a:spcBef>
                <a:spcPts val="300"/>
              </a:spcBef>
              <a:buFont typeface="Arial" panose="020B0604020202020204" pitchFamily="34" charset="0"/>
              <a:buChar char="•"/>
            </a:pPr>
            <a:r>
              <a:rPr lang="en-US" altLang="zh-CN" b="0" i="0">
                <a:solidFill>
                  <a:srgbClr val="404040"/>
                </a:solidFill>
                <a:effectLst/>
                <a:latin typeface="DeepSeek-CJK-patch"/>
              </a:rPr>
              <a:t>The </a:t>
            </a:r>
            <a:r>
              <a:rPr lang="en-US" altLang="zh-CN" b="1" i="0">
                <a:solidFill>
                  <a:srgbClr val="404040"/>
                </a:solidFill>
                <a:effectLst/>
                <a:latin typeface="DeepSeek-CJK-patch"/>
              </a:rPr>
              <a:t>encoder</a:t>
            </a:r>
            <a:r>
              <a:rPr lang="en-US" altLang="zh-CN" b="0" i="0">
                <a:solidFill>
                  <a:srgbClr val="404040"/>
                </a:solidFill>
                <a:effectLst/>
                <a:latin typeface="DeepSeek-CJK-patch"/>
              </a:rPr>
              <a:t> processes the input sentence (e.g., in French) bidirectionally, capturing dependencies between all words. This allows the model to understand nuanced context, idioms, and grammar rules in the source language.</a:t>
            </a:r>
          </a:p>
          <a:p>
            <a:pPr algn="l">
              <a:lnSpc>
                <a:spcPts val="2143"/>
              </a:lnSpc>
              <a:spcBef>
                <a:spcPts val="300"/>
              </a:spcBef>
              <a:buFont typeface="Arial" panose="020B0604020202020204" pitchFamily="34" charset="0"/>
              <a:buChar char="•"/>
            </a:pPr>
            <a:endParaRPr lang="en-US" altLang="zh-CN" b="0" i="0">
              <a:solidFill>
                <a:srgbClr val="404040"/>
              </a:solidFill>
              <a:effectLst/>
              <a:latin typeface="DeepSeek-CJK-patch"/>
            </a:endParaRPr>
          </a:p>
          <a:p>
            <a:pPr marL="0" marR="0" lvl="0" indent="0" algn="l" defTabSz="914400" rtl="0" eaLnBrk="1" fontAlgn="auto" latinLnBrk="0" hangingPunct="1">
              <a:lnSpc>
                <a:spcPts val="2143"/>
              </a:lnSpc>
              <a:spcBef>
                <a:spcPts val="300"/>
              </a:spcBef>
              <a:spcAft>
                <a:spcPts val="0"/>
              </a:spcAft>
              <a:buClrTx/>
              <a:buSzTx/>
              <a:buFont typeface="Arial" panose="020B0604020202020204" pitchFamily="34" charset="0"/>
              <a:buChar char="•"/>
              <a:tabLst/>
              <a:defRPr/>
            </a:pPr>
            <a:r>
              <a:rPr lang="en-US" altLang="zh-CN" b="0" i="0">
                <a:solidFill>
                  <a:srgbClr val="404040"/>
                </a:solidFill>
                <a:effectLst/>
                <a:latin typeface="DeepSeek-CJK-patch"/>
              </a:rPr>
              <a:t>The </a:t>
            </a:r>
            <a:r>
              <a:rPr lang="en-US" altLang="zh-CN" b="1" i="0">
                <a:solidFill>
                  <a:srgbClr val="404040"/>
                </a:solidFill>
                <a:effectLst/>
                <a:latin typeface="DeepSeek-CJK-patch"/>
              </a:rPr>
              <a:t>decoder</a:t>
            </a:r>
            <a:r>
              <a:rPr lang="en-US" altLang="zh-CN" b="0" i="0">
                <a:solidFill>
                  <a:srgbClr val="404040"/>
                </a:solidFill>
                <a:effectLst/>
                <a:latin typeface="DeepSeek-CJK-patch"/>
              </a:rPr>
              <a:t> generates the translated sentence (e.g., in English) word-by-word, using the context vector and previously generated words. This works like human-like sequential reasoning.</a:t>
            </a:r>
          </a:p>
          <a:p>
            <a:pPr algn="l">
              <a:lnSpc>
                <a:spcPts val="2143"/>
              </a:lnSpc>
              <a:spcBef>
                <a:spcPts val="300"/>
              </a:spcBef>
              <a:buFont typeface="Arial" panose="020B0604020202020204" pitchFamily="34" charset="0"/>
              <a:buChar char="•"/>
            </a:pPr>
            <a:endParaRPr lang="en-US" altLang="zh-CN" b="0" i="0">
              <a:solidFill>
                <a:srgbClr val="404040"/>
              </a:solidFill>
              <a:effectLst/>
              <a:latin typeface="DeepSeek-CJK-patch"/>
            </a:endParaRPr>
          </a:p>
          <a:p>
            <a:pPr marL="0" marR="0" lvl="0" indent="0" algn="l" defTabSz="914400" rtl="0" eaLnBrk="1" fontAlgn="auto" latinLnBrk="0" hangingPunct="1">
              <a:lnSpc>
                <a:spcPts val="2143"/>
              </a:lnSpc>
              <a:spcBef>
                <a:spcPts val="300"/>
              </a:spcBef>
              <a:spcAft>
                <a:spcPts val="0"/>
              </a:spcAft>
              <a:buClrTx/>
              <a:buSzTx/>
              <a:buFont typeface="Arial" panose="020B0604020202020204" pitchFamily="34" charset="0"/>
              <a:buNone/>
              <a:tabLst/>
              <a:defRPr/>
            </a:pPr>
            <a:r>
              <a:rPr lang="en-US" altLang="zh-CN" b="0" i="0">
                <a:solidFill>
                  <a:srgbClr val="404040"/>
                </a:solidFill>
                <a:effectLst/>
                <a:latin typeface="DeepSeek-CJK-patch"/>
              </a:rPr>
              <a:t>Encoder-decoder models (like the Transformer) use attention to focus on relevant parts of the input while generating each output word.</a:t>
            </a:r>
          </a:p>
          <a:p>
            <a:pPr marL="0" marR="0" lvl="0" indent="0" algn="l" defTabSz="914400" rtl="0" eaLnBrk="1" fontAlgn="auto" latinLnBrk="0" hangingPunct="1">
              <a:lnSpc>
                <a:spcPts val="2143"/>
              </a:lnSpc>
              <a:spcBef>
                <a:spcPts val="300"/>
              </a:spcBef>
              <a:spcAft>
                <a:spcPts val="0"/>
              </a:spcAft>
              <a:buClrTx/>
              <a:buSzTx/>
              <a:buFont typeface="Arial" panose="020B0604020202020204" pitchFamily="34" charset="0"/>
              <a:buNone/>
              <a:tabLst/>
              <a:defRPr/>
            </a:pPr>
            <a:endParaRPr lang="en-US" altLang="zh-CN" b="0" i="0">
              <a:solidFill>
                <a:srgbClr val="404040"/>
              </a:solidFill>
              <a:effectLst/>
              <a:latin typeface="DeepSeek-CJK-patch"/>
            </a:endParaRPr>
          </a:p>
          <a:p>
            <a:pPr marL="0" marR="0" lvl="0" indent="0" algn="l" defTabSz="914400" rtl="0" eaLnBrk="1" fontAlgn="auto" latinLnBrk="0" hangingPunct="1">
              <a:lnSpc>
                <a:spcPts val="2143"/>
              </a:lnSpc>
              <a:spcBef>
                <a:spcPts val="300"/>
              </a:spcBef>
              <a:spcAft>
                <a:spcPts val="0"/>
              </a:spcAft>
              <a:buClrTx/>
              <a:buSzTx/>
              <a:buFont typeface="Arial" panose="020B0604020202020204" pitchFamily="34" charset="0"/>
              <a:buNone/>
              <a:tabLst/>
              <a:defRPr/>
            </a:pPr>
            <a:r>
              <a:rPr lang="en-US" altLang="zh-CN" b="0" i="0">
                <a:solidFill>
                  <a:srgbClr val="404040"/>
                </a:solidFill>
                <a:effectLst/>
                <a:latin typeface="DeepSeek-CJK-patch"/>
              </a:rPr>
              <a:t>The encoder and decoder can concentrate on different language.</a:t>
            </a:r>
          </a:p>
          <a:p>
            <a:pPr marL="0" marR="0" lvl="0" indent="0" algn="l" defTabSz="914400" rtl="0" eaLnBrk="1" fontAlgn="auto" latinLnBrk="0" hangingPunct="1">
              <a:lnSpc>
                <a:spcPts val="2143"/>
              </a:lnSpc>
              <a:spcBef>
                <a:spcPts val="300"/>
              </a:spcBef>
              <a:spcAft>
                <a:spcPts val="0"/>
              </a:spcAft>
              <a:buClrTx/>
              <a:buSzTx/>
              <a:buFont typeface="Arial" panose="020B0604020202020204" pitchFamily="34" charset="0"/>
              <a:buNone/>
              <a:tabLst/>
              <a:defRPr/>
            </a:pPr>
            <a:endParaRPr lang="en-US" altLang="zh-CN" b="0" i="0">
              <a:solidFill>
                <a:srgbClr val="404040"/>
              </a:solidFill>
              <a:effectLst/>
              <a:latin typeface="DeepSeek-CJK-patch"/>
            </a:endParaRPr>
          </a:p>
          <a:p>
            <a:pPr marL="0" marR="0" lvl="0" indent="0" algn="l" defTabSz="914400" rtl="0" eaLnBrk="1" fontAlgn="auto" latinLnBrk="0" hangingPunct="1">
              <a:lnSpc>
                <a:spcPts val="2143"/>
              </a:lnSpc>
              <a:spcBef>
                <a:spcPts val="300"/>
              </a:spcBef>
              <a:spcAft>
                <a:spcPts val="0"/>
              </a:spcAft>
              <a:buClrTx/>
              <a:buSzTx/>
              <a:buFont typeface="Arial" panose="020B0604020202020204" pitchFamily="34" charset="0"/>
              <a:buNone/>
              <a:tabLst/>
              <a:defRPr/>
            </a:pPr>
            <a:endParaRPr lang="en-US" altLang="zh-CN" b="0" i="0">
              <a:solidFill>
                <a:srgbClr val="404040"/>
              </a:solidFill>
              <a:effectLst/>
              <a:latin typeface="DeepSeek-CJK-patch"/>
            </a:endParaRPr>
          </a:p>
          <a:p>
            <a:pPr algn="l">
              <a:lnSpc>
                <a:spcPts val="2143"/>
              </a:lnSpc>
              <a:spcBef>
                <a:spcPts val="300"/>
              </a:spcBef>
              <a:buFont typeface="Arial" panose="020B0604020202020204" pitchFamily="34" charset="0"/>
              <a:buChar char="•"/>
            </a:pPr>
            <a:endParaRPr lang="en-US" altLang="zh-CN" b="0" i="0">
              <a:solidFill>
                <a:srgbClr val="404040"/>
              </a:solidFill>
              <a:effectLst/>
              <a:latin typeface="DeepSeek-CJK-patch"/>
            </a:endParaRPr>
          </a:p>
        </p:txBody>
      </p:sp>
      <p:sp>
        <p:nvSpPr>
          <p:cNvPr id="4" name="灯片编号占位符 3">
            <a:extLst>
              <a:ext uri="{FF2B5EF4-FFF2-40B4-BE49-F238E27FC236}">
                <a16:creationId xmlns:a16="http://schemas.microsoft.com/office/drawing/2014/main" id="{BC5E7279-8642-AFBC-F46A-4F9C2925B2EC}"/>
              </a:ext>
            </a:extLst>
          </p:cNvPr>
          <p:cNvSpPr>
            <a:spLocks noGrp="1"/>
          </p:cNvSpPr>
          <p:nvPr>
            <p:ph type="sldNum" sz="quarter" idx="10"/>
          </p:nvPr>
        </p:nvSpPr>
        <p:spPr/>
        <p:txBody>
          <a:bodyPr/>
          <a:lstStyle/>
          <a:p>
            <a:fld id="{4F576198-4CF3-446F-B204-6B1848582D61}" type="slidenum">
              <a:rPr lang="zh-CN" altLang="en-US" smtClean="0"/>
              <a:t>6</a:t>
            </a:fld>
            <a:endParaRPr lang="zh-CN" altLang="en-US"/>
          </a:p>
        </p:txBody>
      </p:sp>
    </p:spTree>
    <p:extLst>
      <p:ext uri="{BB962C8B-B14F-4D97-AF65-F5344CB8AC3E}">
        <p14:creationId xmlns:p14="http://schemas.microsoft.com/office/powerpoint/2010/main" val="3502506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2143"/>
              </a:lnSpc>
              <a:spcBef>
                <a:spcPts val="1029"/>
              </a:spcBef>
              <a:spcAft>
                <a:spcPts val="1029"/>
              </a:spcAft>
              <a:buFont typeface="+mj-lt"/>
              <a:buAutoNum type="arabicPeriod"/>
            </a:pPr>
            <a:r>
              <a:rPr lang="en-US" altLang="zh-CN" b="1" i="0">
                <a:solidFill>
                  <a:srgbClr val="404040"/>
                </a:solidFill>
                <a:effectLst/>
                <a:latin typeface="DeepSeek-CJK-patch"/>
              </a:rPr>
              <a:t>Watermarking</a:t>
            </a:r>
            <a:r>
              <a:rPr lang="en-US" altLang="zh-CN" b="0" i="0">
                <a:solidFill>
                  <a:srgbClr val="404040"/>
                </a:solidFill>
                <a:effectLst/>
                <a:latin typeface="DeepSeek-CJK-patch"/>
              </a:rPr>
              <a:t>: This technique embeds an signature into the outputs of an LLM. For instance, a model might subtly alter word choice probabilities. Watermarking helps trace content origin, determine plagiarism and unauthorized redistribution.</a:t>
            </a:r>
          </a:p>
          <a:p>
            <a:pPr algn="l">
              <a:lnSpc>
                <a:spcPts val="2143"/>
              </a:lnSpc>
              <a:spcBef>
                <a:spcPts val="1029"/>
              </a:spcBef>
              <a:spcAft>
                <a:spcPts val="1029"/>
              </a:spcAft>
              <a:buFont typeface="+mj-lt"/>
              <a:buAutoNum type="arabicPeriod"/>
            </a:pPr>
            <a:endParaRPr lang="en-US" altLang="zh-CN" b="0" i="0">
              <a:solidFill>
                <a:srgbClr val="404040"/>
              </a:solidFill>
              <a:effectLst/>
              <a:latin typeface="DeepSeek-CJK-patch"/>
            </a:endParaRPr>
          </a:p>
          <a:p>
            <a:pPr algn="l">
              <a:lnSpc>
                <a:spcPts val="2143"/>
              </a:lnSpc>
              <a:spcBef>
                <a:spcPts val="300"/>
              </a:spcBef>
              <a:spcAft>
                <a:spcPts val="1029"/>
              </a:spcAft>
              <a:buFont typeface="+mj-lt"/>
              <a:buAutoNum type="arabicPeriod"/>
            </a:pPr>
            <a:r>
              <a:rPr lang="en-US" altLang="zh-CN" b="1" i="0">
                <a:solidFill>
                  <a:srgbClr val="404040"/>
                </a:solidFill>
                <a:effectLst/>
                <a:latin typeface="DeepSeek-CJK-patch"/>
              </a:rPr>
              <a:t>Model Parameter Protection</a:t>
            </a:r>
            <a:r>
              <a:rPr lang="en-US" altLang="zh-CN" b="0" i="0">
                <a:solidFill>
                  <a:srgbClr val="404040"/>
                </a:solidFill>
                <a:effectLst/>
                <a:latin typeface="DeepSeek-CJK-patch"/>
              </a:rPr>
              <a:t>: Safeguarding the model itself—its architecture and trained parameters—is equally vital.  This protection is crucial against model extraction attacks, where adversaries query the model to replicate its functionality.</a:t>
            </a:r>
          </a:p>
          <a:p>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7</a:t>
            </a:fld>
            <a:endParaRPr lang="zh-CN" altLang="en-US"/>
          </a:p>
        </p:txBody>
      </p:sp>
    </p:spTree>
    <p:extLst>
      <p:ext uri="{BB962C8B-B14F-4D97-AF65-F5344CB8AC3E}">
        <p14:creationId xmlns:p14="http://schemas.microsoft.com/office/powerpoint/2010/main" val="994333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8A21B-F4A8-6313-EEAA-E895F27306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724A96-0C15-ED31-8C5B-78EA227315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6EDAB8-FA43-1BF8-7E8E-9C2D284871FF}"/>
              </a:ext>
            </a:extLst>
          </p:cNvPr>
          <p:cNvSpPr>
            <a:spLocks noGrp="1"/>
          </p:cNvSpPr>
          <p:nvPr>
            <p:ph type="body" idx="1"/>
          </p:nvPr>
        </p:nvSpPr>
        <p:spPr/>
        <p:txBody>
          <a:bodyPr/>
          <a:lstStyle/>
          <a:p>
            <a:r>
              <a:rPr lang="en-US" altLang="zh-CN" b="0" i="0">
                <a:solidFill>
                  <a:srgbClr val="404040"/>
                </a:solidFill>
                <a:effectLst/>
                <a:latin typeface="DeepSeek-CJK-patch"/>
              </a:rPr>
              <a:t>Large language models (LLMs) like GPT-4 or BERT achieve remarkable performance but are computationally expensive, memory-intensive, and impractical for real-world deployment on edge devices. </a:t>
            </a:r>
            <a:r>
              <a:rPr lang="en-US" altLang="zh-CN" b="0" i="1">
                <a:solidFill>
                  <a:srgbClr val="404040"/>
                </a:solidFill>
                <a:effectLst/>
                <a:latin typeface="DeepSeek-CJK-patch"/>
              </a:rPr>
              <a:t>Knowledge distillation</a:t>
            </a:r>
            <a:r>
              <a:rPr lang="en-US" altLang="zh-CN" b="0" i="0">
                <a:solidFill>
                  <a:srgbClr val="404040"/>
                </a:solidFill>
                <a:effectLst/>
                <a:latin typeface="DeepSeek-CJK-patch"/>
              </a:rPr>
              <a:t> (KD) addresses this by compressing knowledge from a large "teacher" model into a smaller, efficient "student" model, enabling faster inference with minimal performance loss.</a:t>
            </a:r>
            <a:endParaRPr lang="zh-CN" altLang="en-US"/>
          </a:p>
        </p:txBody>
      </p:sp>
      <p:sp>
        <p:nvSpPr>
          <p:cNvPr id="4" name="灯片编号占位符 3">
            <a:extLst>
              <a:ext uri="{FF2B5EF4-FFF2-40B4-BE49-F238E27FC236}">
                <a16:creationId xmlns:a16="http://schemas.microsoft.com/office/drawing/2014/main" id="{62D567A3-FF93-E182-F163-B647B1AB4170}"/>
              </a:ext>
            </a:extLst>
          </p:cNvPr>
          <p:cNvSpPr>
            <a:spLocks noGrp="1"/>
          </p:cNvSpPr>
          <p:nvPr>
            <p:ph type="sldNum" sz="quarter" idx="10"/>
          </p:nvPr>
        </p:nvSpPr>
        <p:spPr/>
        <p:txBody>
          <a:bodyPr/>
          <a:lstStyle/>
          <a:p>
            <a:fld id="{4F576198-4CF3-446F-B204-6B1848582D61}" type="slidenum">
              <a:rPr lang="zh-CN" altLang="en-US" smtClean="0"/>
              <a:t>8</a:t>
            </a:fld>
            <a:endParaRPr lang="zh-CN" altLang="en-US"/>
          </a:p>
        </p:txBody>
      </p:sp>
    </p:spTree>
    <p:extLst>
      <p:ext uri="{BB962C8B-B14F-4D97-AF65-F5344CB8AC3E}">
        <p14:creationId xmlns:p14="http://schemas.microsoft.com/office/powerpoint/2010/main" val="499666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Problems</a:t>
            </a:r>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9</a:t>
            </a:fld>
            <a:endParaRPr lang="zh-CN" altLang="en-US"/>
          </a:p>
        </p:txBody>
      </p:sp>
    </p:spTree>
    <p:extLst>
      <p:ext uri="{BB962C8B-B14F-4D97-AF65-F5344CB8AC3E}">
        <p14:creationId xmlns:p14="http://schemas.microsoft.com/office/powerpoint/2010/main" val="2629872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First, </a:t>
            </a:r>
            <a:r>
              <a:rPr lang="en-US" altLang="zh-CN" sz="1200"/>
              <a:t>Copyright protections for LLMs used in translation and second, how copyright applies after distillation</a:t>
            </a:r>
          </a:p>
          <a:p>
            <a:endParaRPr lang="en-US" altLang="zh-CN" sz="1200"/>
          </a:p>
          <a:p>
            <a:r>
              <a:rPr lang="en-US" altLang="zh-CN" sz="1200"/>
              <a:t>Make some definition: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t>Copyright protection: Specifily, we protect the model itself here. By watermarking the output tokens, LLM providers can detect if someone steal or modify their models.</a:t>
            </a:r>
          </a:p>
          <a:p>
            <a:endParaRPr lang="en-US" altLang="zh-CN"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t>Distillation: The distillation should preserve the watermark from teacher model.</a:t>
            </a:r>
          </a:p>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76198-4CF3-446F-B204-6B1848582D6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04087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D0284-22A0-9B3B-DFC8-50E2AE6D5A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28FC3D-D3F7-00BC-488F-3506DC5A42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FC32FD-3791-5930-0003-B9326465E057}"/>
              </a:ext>
            </a:extLst>
          </p:cNvPr>
          <p:cNvSpPr>
            <a:spLocks noGrp="1"/>
          </p:cNvSpPr>
          <p:nvPr>
            <p:ph type="body" idx="1"/>
          </p:nvPr>
        </p:nvSpPr>
        <p:spPr/>
        <p:txBody>
          <a:bodyPr/>
          <a:lstStyle/>
          <a:p>
            <a:pPr marL="228600" indent="-228600">
              <a:buAutoNum type="arabicPeriod"/>
            </a:pPr>
            <a:r>
              <a:rPr lang="en-US" altLang="zh-CN"/>
              <a:t>Watermarks are often designed for classification or generation tasks. </a:t>
            </a:r>
            <a:r>
              <a:rPr lang="en-US" altLang="zh-CN" sz="1200"/>
              <a:t>Does the Watermark Method Survive Translation? The vocabulary is totally different between two language. Some watermark method rely on whitespaces. But in some language like Chinese, it don’t have any whitespaces. </a:t>
            </a:r>
          </a:p>
          <a:p>
            <a:pPr marL="228600" indent="-228600">
              <a:buAutoNum type="arabicPeriod"/>
            </a:pPr>
            <a:endParaRPr lang="en-US" altLang="zh-CN" sz="1200"/>
          </a:p>
          <a:p>
            <a:pPr marL="228600" indent="-228600">
              <a:buAutoNum type="arabicPeriod"/>
            </a:pPr>
            <a:r>
              <a:rPr lang="en-US" altLang="zh-CN"/>
              <a:t>When we distill a large model into a smaller one, we often lose internal features — and watermarks might be one of them. So the second challenge is: Are there distillation techniques that keep these embedded signals intact</a:t>
            </a:r>
            <a:endParaRPr lang="zh-CN" altLang="en-US"/>
          </a:p>
        </p:txBody>
      </p:sp>
      <p:sp>
        <p:nvSpPr>
          <p:cNvPr id="4" name="灯片编号占位符 3">
            <a:extLst>
              <a:ext uri="{FF2B5EF4-FFF2-40B4-BE49-F238E27FC236}">
                <a16:creationId xmlns:a16="http://schemas.microsoft.com/office/drawing/2014/main" id="{D2EE4A6B-E449-4F3A-6975-0D8E4E96500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76198-4CF3-446F-B204-6B1848582D6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80952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D614B-1E3A-FC49-9B15-7F7F0CD93F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60E700-3217-07AF-DDE8-96D1F51024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C001C2-B4F9-6A49-9B45-E29AD8979316}"/>
              </a:ext>
            </a:extLst>
          </p:cNvPr>
          <p:cNvSpPr>
            <a:spLocks noGrp="1"/>
          </p:cNvSpPr>
          <p:nvPr>
            <p:ph type="body" idx="1"/>
          </p:nvPr>
        </p:nvSpPr>
        <p:spPr/>
        <p:txBody>
          <a:bodyPr/>
          <a:lstStyle/>
          <a:p>
            <a:r>
              <a:rPr lang="en-US" altLang="zh-CN"/>
              <a:t>Some watermarking methods modify outputs or hidden layers — but at what cost? In translation, even a small quality drop can ruin fluency. So we’re looking for watermarking methods that don’t interfere with performance or translation quality.</a:t>
            </a:r>
          </a:p>
          <a:p>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t>Watemark depends on entropy of the generate text. But translation will limit the selection of tokens.</a:t>
            </a:r>
            <a:endParaRPr lang="zh-CN" altLang="en-US" sz="1200"/>
          </a:p>
          <a:p>
            <a:endParaRPr lang="zh-CN" altLang="en-US"/>
          </a:p>
        </p:txBody>
      </p:sp>
      <p:sp>
        <p:nvSpPr>
          <p:cNvPr id="4" name="灯片编号占位符 3">
            <a:extLst>
              <a:ext uri="{FF2B5EF4-FFF2-40B4-BE49-F238E27FC236}">
                <a16:creationId xmlns:a16="http://schemas.microsoft.com/office/drawing/2014/main" id="{5124EA73-CC5D-84FA-C2BD-4D82C74E43F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76198-4CF3-446F-B204-6B1848582D6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69038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D6816-3B59-8D8A-3750-13B98C460E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CCA808-16EF-D48F-A336-D54EF3512E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2F2637-8154-72A3-A183-1AB0026EECF2}"/>
              </a:ext>
            </a:extLst>
          </p:cNvPr>
          <p:cNvSpPr>
            <a:spLocks noGrp="1"/>
          </p:cNvSpPr>
          <p:nvPr>
            <p:ph type="body" idx="1"/>
          </p:nvPr>
        </p:nvSpPr>
        <p:spPr/>
        <p:txBody>
          <a:bodyPr/>
          <a:lstStyle/>
          <a:p>
            <a:r>
              <a:rPr lang="en-US" altLang="zh-CN"/>
              <a:t>Distillation must balance between performance and capability. But in translation, smaller model often means less fluent or less accurate. Our challenge is: Which techniques keep the translation quality high even after distillation?</a:t>
            </a:r>
          </a:p>
          <a:p>
            <a:endParaRPr lang="en-US" altLang="zh-CN"/>
          </a:p>
          <a:p>
            <a:r>
              <a:rPr lang="en-US" altLang="zh-CN"/>
              <a:t>Finally, Mobile devices have limited memory, computation power, and energy. Can we find distillation methods that produce models lightweight enough for mobile use — while still preserving watermarking and translation quality?</a:t>
            </a:r>
            <a:endParaRPr lang="zh-CN" altLang="en-US"/>
          </a:p>
        </p:txBody>
      </p:sp>
      <p:sp>
        <p:nvSpPr>
          <p:cNvPr id="4" name="灯片编号占位符 3">
            <a:extLst>
              <a:ext uri="{FF2B5EF4-FFF2-40B4-BE49-F238E27FC236}">
                <a16:creationId xmlns:a16="http://schemas.microsoft.com/office/drawing/2014/main" id="{51FEFE59-BB06-9A14-D0FE-0FD0FB99827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76198-4CF3-446F-B204-6B1848582D6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58532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Method</a:t>
            </a:r>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14</a:t>
            </a:fld>
            <a:endParaRPr lang="zh-CN" altLang="en-US"/>
          </a:p>
        </p:txBody>
      </p:sp>
    </p:spTree>
    <p:extLst>
      <p:ext uri="{BB962C8B-B14F-4D97-AF65-F5344CB8AC3E}">
        <p14:creationId xmlns:p14="http://schemas.microsoft.com/office/powerpoint/2010/main" val="1298958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E031D-7515-E324-444E-617B716BEB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E2ADCD-0D62-951F-6E2F-DE43506271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79BD13-80F6-A7E5-9DCF-9D3F663A26F2}"/>
              </a:ext>
            </a:extLst>
          </p:cNvPr>
          <p:cNvSpPr>
            <a:spLocks noGrp="1"/>
          </p:cNvSpPr>
          <p:nvPr>
            <p:ph type="body" idx="1"/>
          </p:nvPr>
        </p:nvSpPr>
        <p:spPr/>
        <p:txBody>
          <a:bodyPr/>
          <a:lstStyle/>
          <a:p>
            <a:r>
              <a:rPr lang="en-US" altLang="zh-CN"/>
              <a:t>Since distillation and translation can modify the model significantly, we wanted a watermarking approach that doesn’t depend on the internals of any one model. So instead, we shift the watermark generation into a separate module.</a:t>
            </a:r>
          </a:p>
          <a:p>
            <a:endParaRPr lang="en-US" altLang="zh-CN"/>
          </a:p>
          <a:p>
            <a:r>
              <a:rPr lang="en-US" altLang="zh-CN"/>
              <a:t>The core idea is this: Rather than embedding a watermark deep inside a model’s parameters, we treat the watermark as something external. Given an input token, we generate a unique key using a deterministic function. Then, we feed that key into a traditional watermarking method to embed a signal into the output</a:t>
            </a:r>
            <a:endParaRPr lang="zh-CN" altLang="en-US"/>
          </a:p>
        </p:txBody>
      </p:sp>
      <p:sp>
        <p:nvSpPr>
          <p:cNvPr id="4" name="灯片编号占位符 3">
            <a:extLst>
              <a:ext uri="{FF2B5EF4-FFF2-40B4-BE49-F238E27FC236}">
                <a16:creationId xmlns:a16="http://schemas.microsoft.com/office/drawing/2014/main" id="{112635CA-5145-9C2C-AA4F-EE2EB88CB3B8}"/>
              </a:ext>
            </a:extLst>
          </p:cNvPr>
          <p:cNvSpPr>
            <a:spLocks noGrp="1"/>
          </p:cNvSpPr>
          <p:nvPr>
            <p:ph type="sldNum" sz="quarter" idx="10"/>
          </p:nvPr>
        </p:nvSpPr>
        <p:spPr/>
        <p:txBody>
          <a:bodyPr/>
          <a:lstStyle/>
          <a:p>
            <a:fld id="{4F576198-4CF3-446F-B204-6B1848582D61}" type="slidenum">
              <a:rPr lang="zh-CN" altLang="en-US" smtClean="0"/>
              <a:t>15</a:t>
            </a:fld>
            <a:endParaRPr lang="zh-CN" altLang="en-US"/>
          </a:p>
        </p:txBody>
      </p:sp>
    </p:spTree>
    <p:extLst>
      <p:ext uri="{BB962C8B-B14F-4D97-AF65-F5344CB8AC3E}">
        <p14:creationId xmlns:p14="http://schemas.microsoft.com/office/powerpoint/2010/main" val="810701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7DC65-9CB7-95F9-75F5-110B4A62BF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426C2E-3B47-8794-A385-FC76747848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C65ABD-D0DB-D860-B078-F343AE1F084D}"/>
              </a:ext>
            </a:extLst>
          </p:cNvPr>
          <p:cNvSpPr>
            <a:spLocks noGrp="1"/>
          </p:cNvSpPr>
          <p:nvPr>
            <p:ph type="body" idx="1"/>
          </p:nvPr>
        </p:nvSpPr>
        <p:spPr/>
        <p:txBody>
          <a:bodyPr/>
          <a:lstStyle/>
          <a:p>
            <a:r>
              <a:rPr lang="en-US" altLang="zh-CN"/>
              <a:t>Because the watermark is applied outside the model, it’s portable. You can use the same watermarking pipeline for the teacher and student models. That’s especially useful in real-world scenarios where you don’t control or retrain the model itself.</a:t>
            </a:r>
          </a:p>
          <a:p>
            <a:endParaRPr lang="en-US" altLang="zh-CN"/>
          </a:p>
          <a:p>
            <a:r>
              <a:rPr lang="en-US" altLang="zh-CN"/>
              <a:t>Of course. You can’t access the logits if you are using </a:t>
            </a:r>
            <a:r>
              <a:rPr lang="en-US" altLang="zh-CN" sz="1200"/>
              <a:t>black-box model.</a:t>
            </a:r>
            <a:endParaRPr lang="zh-CN" altLang="en-US"/>
          </a:p>
        </p:txBody>
      </p:sp>
      <p:sp>
        <p:nvSpPr>
          <p:cNvPr id="4" name="灯片编号占位符 3">
            <a:extLst>
              <a:ext uri="{FF2B5EF4-FFF2-40B4-BE49-F238E27FC236}">
                <a16:creationId xmlns:a16="http://schemas.microsoft.com/office/drawing/2014/main" id="{3E31B022-E81D-8952-F3C5-3F63D6D2E8AD}"/>
              </a:ext>
            </a:extLst>
          </p:cNvPr>
          <p:cNvSpPr>
            <a:spLocks noGrp="1"/>
          </p:cNvSpPr>
          <p:nvPr>
            <p:ph type="sldNum" sz="quarter" idx="10"/>
          </p:nvPr>
        </p:nvSpPr>
        <p:spPr/>
        <p:txBody>
          <a:bodyPr/>
          <a:lstStyle/>
          <a:p>
            <a:fld id="{4F576198-4CF3-446F-B204-6B1848582D61}" type="slidenum">
              <a:rPr lang="zh-CN" altLang="en-US" smtClean="0"/>
              <a:t>16</a:t>
            </a:fld>
            <a:endParaRPr lang="zh-CN" altLang="en-US"/>
          </a:p>
        </p:txBody>
      </p:sp>
    </p:spTree>
    <p:extLst>
      <p:ext uri="{BB962C8B-B14F-4D97-AF65-F5344CB8AC3E}">
        <p14:creationId xmlns:p14="http://schemas.microsoft.com/office/powerpoint/2010/main" val="1568566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7C90-33FC-4FE6-D7E6-EB02AF6A9E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C936BC-82A8-3D2D-D5C7-47CF825261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397246-A130-013A-13E2-83304AABB7E1}"/>
              </a:ext>
            </a:extLst>
          </p:cNvPr>
          <p:cNvSpPr>
            <a:spLocks noGrp="1"/>
          </p:cNvSpPr>
          <p:nvPr>
            <p:ph type="body" idx="1"/>
          </p:nvPr>
        </p:nvSpPr>
        <p:spPr/>
        <p:txBody>
          <a:bodyPr/>
          <a:lstStyle/>
          <a:p>
            <a:r>
              <a:rPr lang="en-US" altLang="zh-CN"/>
              <a:t>Of course, this is still early work.</a:t>
            </a:r>
            <a:endParaRPr lang="zh-CN" altLang="en-US"/>
          </a:p>
        </p:txBody>
      </p:sp>
      <p:sp>
        <p:nvSpPr>
          <p:cNvPr id="4" name="灯片编号占位符 3">
            <a:extLst>
              <a:ext uri="{FF2B5EF4-FFF2-40B4-BE49-F238E27FC236}">
                <a16:creationId xmlns:a16="http://schemas.microsoft.com/office/drawing/2014/main" id="{F9FC767B-87E0-1795-96B6-03CE14632B28}"/>
              </a:ext>
            </a:extLst>
          </p:cNvPr>
          <p:cNvSpPr>
            <a:spLocks noGrp="1"/>
          </p:cNvSpPr>
          <p:nvPr>
            <p:ph type="sldNum" sz="quarter" idx="10"/>
          </p:nvPr>
        </p:nvSpPr>
        <p:spPr/>
        <p:txBody>
          <a:bodyPr/>
          <a:lstStyle/>
          <a:p>
            <a:fld id="{4F576198-4CF3-446F-B204-6B1848582D61}" type="slidenum">
              <a:rPr lang="zh-CN" altLang="en-US" smtClean="0"/>
              <a:t>17</a:t>
            </a:fld>
            <a:endParaRPr lang="zh-CN" altLang="en-US"/>
          </a:p>
        </p:txBody>
      </p:sp>
    </p:spTree>
    <p:extLst>
      <p:ext uri="{BB962C8B-B14F-4D97-AF65-F5344CB8AC3E}">
        <p14:creationId xmlns:p14="http://schemas.microsoft.com/office/powerpoint/2010/main" val="1302551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ABF25-22FE-8DFA-726B-E15EB5A33F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132596-0F8F-DD3A-7C30-1BF11BD770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7F44BA-B055-DDAA-F3B8-0DAEA92CE0E6}"/>
              </a:ext>
            </a:extLst>
          </p:cNvPr>
          <p:cNvSpPr>
            <a:spLocks noGrp="1"/>
          </p:cNvSpPr>
          <p:nvPr>
            <p:ph type="body" idx="1"/>
          </p:nvPr>
        </p:nvSpPr>
        <p:spPr/>
        <p:txBody>
          <a:bodyPr/>
          <a:lstStyle/>
          <a:p>
            <a:r>
              <a:rPr lang="en-US" altLang="zh-CN"/>
              <a:t>Of course, this is still early work.</a:t>
            </a:r>
          </a:p>
          <a:p>
            <a:endParaRPr lang="en-US" altLang="zh-CN"/>
          </a:p>
          <a:p>
            <a:r>
              <a:rPr lang="en-US" altLang="zh-CN"/>
              <a:t>Whitemark is the simplest method that utilize the fact that Unicode has many codepoints for whitespace and replaces a whitespace (U+0020) with another codepoint of a whitespace, e.g., U+2004.</a:t>
            </a:r>
            <a:endParaRPr lang="zh-CN" altLang="en-US"/>
          </a:p>
        </p:txBody>
      </p:sp>
      <p:sp>
        <p:nvSpPr>
          <p:cNvPr id="4" name="灯片编号占位符 3">
            <a:extLst>
              <a:ext uri="{FF2B5EF4-FFF2-40B4-BE49-F238E27FC236}">
                <a16:creationId xmlns:a16="http://schemas.microsoft.com/office/drawing/2014/main" id="{11A67029-E044-752A-86FA-801D3CE99A3B}"/>
              </a:ext>
            </a:extLst>
          </p:cNvPr>
          <p:cNvSpPr>
            <a:spLocks noGrp="1"/>
          </p:cNvSpPr>
          <p:nvPr>
            <p:ph type="sldNum" sz="quarter" idx="10"/>
          </p:nvPr>
        </p:nvSpPr>
        <p:spPr/>
        <p:txBody>
          <a:bodyPr/>
          <a:lstStyle/>
          <a:p>
            <a:fld id="{4F576198-4CF3-446F-B204-6B1848582D61}" type="slidenum">
              <a:rPr lang="zh-CN" altLang="en-US" smtClean="0"/>
              <a:t>18</a:t>
            </a:fld>
            <a:endParaRPr lang="zh-CN" altLang="en-US"/>
          </a:p>
        </p:txBody>
      </p:sp>
    </p:spTree>
    <p:extLst>
      <p:ext uri="{BB962C8B-B14F-4D97-AF65-F5344CB8AC3E}">
        <p14:creationId xmlns:p14="http://schemas.microsoft.com/office/powerpoint/2010/main" val="4232691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AB4E5-0154-CC91-C1D0-917653F645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8D328F-3C64-024F-E703-C2F3114239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DDA3E0-DF1C-04E0-C612-3574709D008A}"/>
              </a:ext>
            </a:extLst>
          </p:cNvPr>
          <p:cNvSpPr>
            <a:spLocks noGrp="1"/>
          </p:cNvSpPr>
          <p:nvPr>
            <p:ph type="body" idx="1"/>
          </p:nvPr>
        </p:nvSpPr>
        <p:spPr/>
        <p:txBody>
          <a:bodyPr/>
          <a:lstStyle/>
          <a:p>
            <a:r>
              <a:rPr lang="en-US" altLang="zh-CN"/>
              <a:t>Of course, this is still early work.</a:t>
            </a:r>
          </a:p>
          <a:p>
            <a:endParaRPr lang="en-US" altLang="zh-CN"/>
          </a:p>
          <a:p>
            <a:r>
              <a:rPr lang="en-US" altLang="zh-CN"/>
              <a:t>The watermark works by selecting a randomized set of “green” tokens before a word is generated, and then softly promoting use of green tokens during sampling.</a:t>
            </a:r>
            <a:endParaRPr lang="zh-CN" altLang="en-US"/>
          </a:p>
        </p:txBody>
      </p:sp>
      <p:sp>
        <p:nvSpPr>
          <p:cNvPr id="4" name="灯片编号占位符 3">
            <a:extLst>
              <a:ext uri="{FF2B5EF4-FFF2-40B4-BE49-F238E27FC236}">
                <a16:creationId xmlns:a16="http://schemas.microsoft.com/office/drawing/2014/main" id="{4FE253BC-C9EE-E61C-BFE5-1FB1E64ED356}"/>
              </a:ext>
            </a:extLst>
          </p:cNvPr>
          <p:cNvSpPr>
            <a:spLocks noGrp="1"/>
          </p:cNvSpPr>
          <p:nvPr>
            <p:ph type="sldNum" sz="quarter" idx="10"/>
          </p:nvPr>
        </p:nvSpPr>
        <p:spPr/>
        <p:txBody>
          <a:bodyPr/>
          <a:lstStyle/>
          <a:p>
            <a:fld id="{4F576198-4CF3-446F-B204-6B1848582D61}" type="slidenum">
              <a:rPr lang="zh-CN" altLang="en-US" smtClean="0"/>
              <a:t>19</a:t>
            </a:fld>
            <a:endParaRPr lang="zh-CN" altLang="en-US"/>
          </a:p>
        </p:txBody>
      </p:sp>
    </p:spTree>
    <p:extLst>
      <p:ext uri="{BB962C8B-B14F-4D97-AF65-F5344CB8AC3E}">
        <p14:creationId xmlns:p14="http://schemas.microsoft.com/office/powerpoint/2010/main" val="34883912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1A4F1-A077-49F6-38E1-3573E52FEB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2CAAB9-387B-A8C0-390B-05478071E6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043F01-4FC0-4953-CE2F-06A96128CAB4}"/>
              </a:ext>
            </a:extLst>
          </p:cNvPr>
          <p:cNvSpPr>
            <a:spLocks noGrp="1"/>
          </p:cNvSpPr>
          <p:nvPr>
            <p:ph type="body" idx="1"/>
          </p:nvPr>
        </p:nvSpPr>
        <p:spPr/>
        <p:txBody>
          <a:bodyPr/>
          <a:lstStyle/>
          <a:p>
            <a:r>
              <a:rPr lang="en-US" altLang="zh-CN"/>
              <a:t>Of course, this is still early work.</a:t>
            </a:r>
          </a:p>
          <a:p>
            <a:endParaRPr lang="en-US" altLang="zh-CN"/>
          </a:p>
          <a:p>
            <a:r>
              <a:rPr lang="en-US" altLang="zh-CN"/>
              <a:t>It adaptively scale up the output logits based on the semantic embedding of previously generated text using a well designed semantic mapping model.</a:t>
            </a:r>
            <a:endParaRPr lang="zh-CN" altLang="en-US"/>
          </a:p>
        </p:txBody>
      </p:sp>
      <p:sp>
        <p:nvSpPr>
          <p:cNvPr id="4" name="灯片编号占位符 3">
            <a:extLst>
              <a:ext uri="{FF2B5EF4-FFF2-40B4-BE49-F238E27FC236}">
                <a16:creationId xmlns:a16="http://schemas.microsoft.com/office/drawing/2014/main" id="{5C3CE0DC-4EE4-D893-AE43-01D3D34D5446}"/>
              </a:ext>
            </a:extLst>
          </p:cNvPr>
          <p:cNvSpPr>
            <a:spLocks noGrp="1"/>
          </p:cNvSpPr>
          <p:nvPr>
            <p:ph type="sldNum" sz="quarter" idx="10"/>
          </p:nvPr>
        </p:nvSpPr>
        <p:spPr/>
        <p:txBody>
          <a:bodyPr/>
          <a:lstStyle/>
          <a:p>
            <a:fld id="{4F576198-4CF3-446F-B204-6B1848582D61}" type="slidenum">
              <a:rPr lang="zh-CN" altLang="en-US" smtClean="0"/>
              <a:t>20</a:t>
            </a:fld>
            <a:endParaRPr lang="zh-CN" altLang="en-US"/>
          </a:p>
        </p:txBody>
      </p:sp>
    </p:spTree>
    <p:extLst>
      <p:ext uri="{BB962C8B-B14F-4D97-AF65-F5344CB8AC3E}">
        <p14:creationId xmlns:p14="http://schemas.microsoft.com/office/powerpoint/2010/main" val="2056315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69E71-9274-964F-B415-EC0888A6F5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DCBD25-BFCF-E7C0-0808-64ADBB8740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D0C82B-0672-2846-65C2-D2EEDACE7B14}"/>
              </a:ext>
            </a:extLst>
          </p:cNvPr>
          <p:cNvSpPr>
            <a:spLocks noGrp="1"/>
          </p:cNvSpPr>
          <p:nvPr>
            <p:ph type="body" idx="1"/>
          </p:nvPr>
        </p:nvSpPr>
        <p:spPr/>
        <p:txBody>
          <a:bodyPr/>
          <a:lstStyle/>
          <a:p>
            <a:r>
              <a:rPr lang="en-US" altLang="zh-CN"/>
              <a:t>Of course, this is still early work.</a:t>
            </a:r>
          </a:p>
          <a:p>
            <a:endParaRPr lang="en-US" altLang="zh-CN"/>
          </a:p>
          <a:p>
            <a:pPr>
              <a:buNone/>
            </a:pPr>
            <a:r>
              <a:rPr lang="en-US" altLang="zh-CN"/>
              <a:t>We’re also experimenting with </a:t>
            </a:r>
            <a:r>
              <a:rPr lang="en-US" altLang="zh-CN" b="1"/>
              <a:t>scaling logit vectors using another model</a:t>
            </a:r>
            <a:r>
              <a:rPr lang="en-US" altLang="zh-CN"/>
              <a:t>, and testing </a:t>
            </a:r>
            <a:r>
              <a:rPr lang="en-US" altLang="zh-CN" b="1"/>
              <a:t>key generation methods</a:t>
            </a:r>
            <a:r>
              <a:rPr lang="en-US" altLang="zh-CN"/>
              <a:t> that are secure and portable."</a:t>
            </a:r>
          </a:p>
          <a:p>
            <a:br>
              <a:rPr lang="en-US" altLang="zh-CN"/>
            </a:br>
            <a:r>
              <a:rPr lang="en-US" altLang="zh-CN"/>
              <a:t>"And, of course, we’re working on making the distilled models light enough to run on phones or XR devices without cloud access."</a:t>
            </a:r>
          </a:p>
          <a:p>
            <a:endParaRPr lang="en-US" altLang="zh-CN"/>
          </a:p>
          <a:p>
            <a:r>
              <a:rPr lang="en-US" altLang="zh-CN"/>
              <a:t>This method isn’t about perfection — it’s about flexibility. In the face of aggressive distillation and cross-lingual variation, keeping the watermark generation separate gives us a better shot at surviving the chaos.</a:t>
            </a:r>
            <a:endParaRPr lang="zh-CN" altLang="en-US"/>
          </a:p>
        </p:txBody>
      </p:sp>
      <p:sp>
        <p:nvSpPr>
          <p:cNvPr id="4" name="灯片编号占位符 3">
            <a:extLst>
              <a:ext uri="{FF2B5EF4-FFF2-40B4-BE49-F238E27FC236}">
                <a16:creationId xmlns:a16="http://schemas.microsoft.com/office/drawing/2014/main" id="{C6208082-932E-1EFA-7229-81AEB6529BCC}"/>
              </a:ext>
            </a:extLst>
          </p:cNvPr>
          <p:cNvSpPr>
            <a:spLocks noGrp="1"/>
          </p:cNvSpPr>
          <p:nvPr>
            <p:ph type="sldNum" sz="quarter" idx="10"/>
          </p:nvPr>
        </p:nvSpPr>
        <p:spPr/>
        <p:txBody>
          <a:bodyPr/>
          <a:lstStyle/>
          <a:p>
            <a:fld id="{4F576198-4CF3-446F-B204-6B1848582D61}" type="slidenum">
              <a:rPr lang="zh-CN" altLang="en-US" smtClean="0"/>
              <a:t>21</a:t>
            </a:fld>
            <a:endParaRPr lang="zh-CN" altLang="en-US"/>
          </a:p>
        </p:txBody>
      </p:sp>
    </p:spTree>
    <p:extLst>
      <p:ext uri="{BB962C8B-B14F-4D97-AF65-F5344CB8AC3E}">
        <p14:creationId xmlns:p14="http://schemas.microsoft.com/office/powerpoint/2010/main" val="488514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290A9-5C90-C737-8192-D6D12D293C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1EFD1F-0863-2CFB-3142-19C342CE2E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283A27-E6E0-1014-22AC-8669EE0B52C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BD217B6-6C34-1833-36EF-69FBEFFF4E73}"/>
              </a:ext>
            </a:extLst>
          </p:cNvPr>
          <p:cNvSpPr>
            <a:spLocks noGrp="1"/>
          </p:cNvSpPr>
          <p:nvPr>
            <p:ph type="sldNum" sz="quarter" idx="10"/>
          </p:nvPr>
        </p:nvSpPr>
        <p:spPr/>
        <p:txBody>
          <a:bodyPr/>
          <a:lstStyle/>
          <a:p>
            <a:fld id="{4F576198-4CF3-446F-B204-6B1848582D61}" type="slidenum">
              <a:rPr lang="zh-CN" altLang="en-US" smtClean="0"/>
              <a:t>22</a:t>
            </a:fld>
            <a:endParaRPr lang="zh-CN" altLang="en-US"/>
          </a:p>
        </p:txBody>
      </p:sp>
    </p:spTree>
    <p:extLst>
      <p:ext uri="{BB962C8B-B14F-4D97-AF65-F5344CB8AC3E}">
        <p14:creationId xmlns:p14="http://schemas.microsoft.com/office/powerpoint/2010/main" val="2229232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In this presentation, we explored a problem: how to </a:t>
            </a:r>
            <a:r>
              <a:rPr lang="en-US" altLang="zh-CN" b="1"/>
              <a:t>simultaneously enable the offline use of large language models</a:t>
            </a:r>
            <a:r>
              <a:rPr lang="en-US" altLang="zh-CN"/>
              <a:t> through knowledge distillation while </a:t>
            </a:r>
            <a:r>
              <a:rPr lang="en-US" altLang="zh-CN" b="1"/>
              <a:t>preserving the copyright protections</a:t>
            </a:r>
            <a:r>
              <a:rPr lang="en-US" altLang="zh-CN"/>
              <a:t>.</a:t>
            </a:r>
          </a:p>
          <a:p>
            <a:endParaRPr lang="en-US" altLang="zh-CN"/>
          </a:p>
          <a:p>
            <a:r>
              <a:rPr lang="en-US" altLang="zh-CN"/>
              <a:t>First, we highlighted why this is important. As more users and developers aim to run LLMs on resource-constrained devices—like smartphones or XR headsets. model lightweighting becomes essential.</a:t>
            </a:r>
          </a:p>
          <a:p>
            <a:r>
              <a:rPr lang="en-US" altLang="zh-CN"/>
              <a:t>However, the model provider need to protect their copyright.</a:t>
            </a:r>
          </a:p>
          <a:p>
            <a:endParaRPr lang="en-US" altLang="zh-CN"/>
          </a:p>
          <a:p>
            <a:r>
              <a:rPr lang="en-US" altLang="zh-CN"/>
              <a:t>To address this, we proposed a </a:t>
            </a:r>
            <a:r>
              <a:rPr lang="en-US" altLang="zh-CN" b="1"/>
              <a:t>modular distillation framework. </a:t>
            </a:r>
            <a:r>
              <a:rPr lang="en-US" altLang="zh-CN"/>
              <a:t>This approach allows watermarks to be </a:t>
            </a:r>
            <a:r>
              <a:rPr lang="en-US" altLang="zh-CN" sz="1200"/>
              <a:t>added before or after the distillation.</a:t>
            </a:r>
          </a:p>
          <a:p>
            <a:r>
              <a:rPr lang="en-US" altLang="zh-CN"/>
              <a:t>Our work is still in progress. And I look forward to your questions.</a:t>
            </a:r>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76198-4CF3-446F-B204-6B1848582D6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8494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576198-4CF3-446F-B204-6B1848582D61}" type="slidenum">
              <a:rPr lang="zh-CN" altLang="en-US" smtClean="0"/>
              <a:t>24</a:t>
            </a:fld>
            <a:endParaRPr lang="zh-CN" altLang="en-US"/>
          </a:p>
        </p:txBody>
      </p:sp>
    </p:spTree>
    <p:extLst>
      <p:ext uri="{BB962C8B-B14F-4D97-AF65-F5344CB8AC3E}">
        <p14:creationId xmlns:p14="http://schemas.microsoft.com/office/powerpoint/2010/main" val="752324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2491011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1284536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1191537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185591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312580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2567982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3294688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311384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237271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132417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7F24E0-930B-4A04-9F56-81E5D8061857}" type="datetimeFigureOut">
              <a:rPr lang="zh-CN" altLang="en-US" smtClean="0"/>
              <a:t>2025/4/10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1471641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7F24E0-930B-4A04-9F56-81E5D8061857}" type="datetimeFigureOut">
              <a:rPr lang="zh-CN" altLang="en-US" smtClean="0"/>
              <a:t>2025/4/10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E38970-8790-42ED-BDAA-B4F075DE2BCF}" type="slidenum">
              <a:rPr lang="zh-CN" altLang="en-US" smtClean="0"/>
              <a:t>‹#›</a:t>
            </a:fld>
            <a:endParaRPr lang="zh-CN" altLang="en-US"/>
          </a:p>
        </p:txBody>
      </p:sp>
    </p:spTree>
    <p:extLst>
      <p:ext uri="{BB962C8B-B14F-4D97-AF65-F5344CB8AC3E}">
        <p14:creationId xmlns:p14="http://schemas.microsoft.com/office/powerpoint/2010/main" val="3180542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直接连接符 30"/>
          <p:cNvCxnSpPr>
            <a:stCxn id="86" idx="1"/>
          </p:cNvCxnSpPr>
          <p:nvPr/>
        </p:nvCxnSpPr>
        <p:spPr>
          <a:xfrm flipH="1" flipV="1">
            <a:off x="8543130" y="3109994"/>
            <a:ext cx="38392" cy="680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flipV="1">
            <a:off x="11116131" y="299356"/>
            <a:ext cx="637852" cy="5424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62" idx="5"/>
          </p:cNvCxnSpPr>
          <p:nvPr/>
        </p:nvCxnSpPr>
        <p:spPr>
          <a:xfrm>
            <a:off x="10601740" y="2701567"/>
            <a:ext cx="310223" cy="7028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9571705" y="2652252"/>
            <a:ext cx="912555" cy="1060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903314" y="2542640"/>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40" idx="0"/>
          </p:cNvCxnSpPr>
          <p:nvPr/>
        </p:nvCxnSpPr>
        <p:spPr>
          <a:xfrm flipH="1">
            <a:off x="8591527" y="2268794"/>
            <a:ext cx="476888" cy="6926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42" idx="7"/>
          </p:cNvCxnSpPr>
          <p:nvPr/>
        </p:nvCxnSpPr>
        <p:spPr>
          <a:xfrm flipH="1">
            <a:off x="9613588" y="2618225"/>
            <a:ext cx="292364" cy="1055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8572500" y="2574773"/>
            <a:ext cx="1376903" cy="5303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610600" y="3048000"/>
            <a:ext cx="938784" cy="7277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a:xfrm>
            <a:off x="8501831" y="2961401"/>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9793134" y="2461956"/>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9491699" y="36532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endCxn id="41" idx="1"/>
          </p:cNvCxnSpPr>
          <p:nvPr/>
        </p:nvCxnSpPr>
        <p:spPr>
          <a:xfrm>
            <a:off x="9083163" y="2298290"/>
            <a:ext cx="746588" cy="200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8996722" y="22327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p:cNvCxnSpPr>
            <a:endCxn id="42" idx="5"/>
          </p:cNvCxnSpPr>
          <p:nvPr/>
        </p:nvCxnSpPr>
        <p:spPr>
          <a:xfrm flipH="1">
            <a:off x="9613588" y="3419168"/>
            <a:ext cx="1283630" cy="35593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flipV="1">
            <a:off x="10926195" y="3421143"/>
            <a:ext cx="767432" cy="6617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11000453" y="2032819"/>
            <a:ext cx="235974" cy="13568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4" idx="7"/>
          </p:cNvCxnSpPr>
          <p:nvPr/>
        </p:nvCxnSpPr>
        <p:spPr>
          <a:xfrm flipV="1">
            <a:off x="9128797" y="1524002"/>
            <a:ext cx="929603" cy="7314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41" idx="0"/>
          </p:cNvCxnSpPr>
          <p:nvPr/>
        </p:nvCxnSpPr>
        <p:spPr>
          <a:xfrm flipV="1">
            <a:off x="9918152" y="1504950"/>
            <a:ext cx="140248" cy="957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10028903" y="971550"/>
            <a:ext cx="296197" cy="6083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flipV="1">
            <a:off x="10058400" y="1543050"/>
            <a:ext cx="484854" cy="10655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endCxn id="61" idx="3"/>
          </p:cNvCxnSpPr>
          <p:nvPr/>
        </p:nvCxnSpPr>
        <p:spPr>
          <a:xfrm flipV="1">
            <a:off x="10295603" y="380847"/>
            <a:ext cx="747099" cy="6085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61" idx="7"/>
          </p:cNvCxnSpPr>
          <p:nvPr/>
        </p:nvCxnSpPr>
        <p:spPr>
          <a:xfrm flipV="1">
            <a:off x="11169552" y="0"/>
            <a:ext cx="508098" cy="2539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59" idx="0"/>
          </p:cNvCxnSpPr>
          <p:nvPr/>
        </p:nvCxnSpPr>
        <p:spPr>
          <a:xfrm flipH="1" flipV="1">
            <a:off x="11087100" y="342900"/>
            <a:ext cx="34865" cy="7468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flipV="1">
            <a:off x="10363200" y="952500"/>
            <a:ext cx="800100" cy="1905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2" idx="7"/>
          </p:cNvCxnSpPr>
          <p:nvPr/>
        </p:nvCxnSpPr>
        <p:spPr>
          <a:xfrm flipV="1">
            <a:off x="10601740" y="1085850"/>
            <a:ext cx="523460" cy="14888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10134600" y="1143000"/>
            <a:ext cx="95250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椭圆 57"/>
          <p:cNvSpPr/>
          <p:nvPr/>
        </p:nvSpPr>
        <p:spPr>
          <a:xfrm>
            <a:off x="10006049" y="14815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1044597" y="10897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0269384" y="87061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11016431" y="227726"/>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10448619" y="2548446"/>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p:nvPr/>
        </p:nvCxnSpPr>
        <p:spPr>
          <a:xfrm flipH="1" flipV="1">
            <a:off x="11742057" y="0"/>
            <a:ext cx="14514" cy="8418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9" idx="6"/>
          </p:cNvCxnSpPr>
          <p:nvPr/>
        </p:nvCxnSpPr>
        <p:spPr>
          <a:xfrm flipV="1">
            <a:off x="11199333" y="841829"/>
            <a:ext cx="554650" cy="32533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flipV="1">
            <a:off x="11753983" y="841829"/>
            <a:ext cx="438019" cy="3338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endCxn id="59" idx="6"/>
          </p:cNvCxnSpPr>
          <p:nvPr/>
        </p:nvCxnSpPr>
        <p:spPr>
          <a:xfrm flipH="1" flipV="1">
            <a:off x="11199333" y="1167160"/>
            <a:ext cx="992667" cy="3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endCxn id="59" idx="4"/>
          </p:cNvCxnSpPr>
          <p:nvPr/>
        </p:nvCxnSpPr>
        <p:spPr>
          <a:xfrm flipH="1" flipV="1">
            <a:off x="11121965" y="1244528"/>
            <a:ext cx="141121" cy="8019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11205029" y="1277258"/>
            <a:ext cx="986971" cy="7111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11219543" y="1988458"/>
            <a:ext cx="566057" cy="3773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11829144" y="1901371"/>
            <a:ext cx="362856" cy="4499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11814629" y="2365829"/>
            <a:ext cx="377371" cy="85634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11640457" y="2380343"/>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10972801" y="3077029"/>
            <a:ext cx="595085" cy="3918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11611429" y="3149600"/>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1292114" y="2061029"/>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89" idx="3"/>
            <a:endCxn id="62" idx="7"/>
          </p:cNvCxnSpPr>
          <p:nvPr/>
        </p:nvCxnSpPr>
        <p:spPr>
          <a:xfrm flipH="1">
            <a:off x="10601740" y="2047367"/>
            <a:ext cx="614743" cy="527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42" idx="3"/>
          </p:cNvCxnSpPr>
          <p:nvPr/>
        </p:nvCxnSpPr>
        <p:spPr>
          <a:xfrm flipH="1">
            <a:off x="8667750" y="3775106"/>
            <a:ext cx="844862" cy="158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87" idx="1"/>
          </p:cNvCxnSpPr>
          <p:nvPr/>
        </p:nvCxnSpPr>
        <p:spPr>
          <a:xfrm flipH="1" flipV="1">
            <a:off x="8610600" y="3790950"/>
            <a:ext cx="311261" cy="9754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42" idx="4"/>
          </p:cNvCxnSpPr>
          <p:nvPr/>
        </p:nvCxnSpPr>
        <p:spPr>
          <a:xfrm flipV="1">
            <a:off x="8991600" y="3796019"/>
            <a:ext cx="571500" cy="10807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endCxn id="42" idx="4"/>
          </p:cNvCxnSpPr>
          <p:nvPr/>
        </p:nvCxnSpPr>
        <p:spPr>
          <a:xfrm flipH="1" flipV="1">
            <a:off x="9563100" y="3796019"/>
            <a:ext cx="609600" cy="6235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10191750" y="3451534"/>
            <a:ext cx="742950" cy="96806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9029700" y="4419600"/>
            <a:ext cx="1143000" cy="4000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90" idx="3"/>
          </p:cNvCxnSpPr>
          <p:nvPr/>
        </p:nvCxnSpPr>
        <p:spPr>
          <a:xfrm flipV="1">
            <a:off x="11089483" y="4133850"/>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10248900" y="4419600"/>
            <a:ext cx="895350" cy="2476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10972800" y="3600450"/>
            <a:ext cx="152400" cy="10477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6" name="椭圆 85"/>
          <p:cNvSpPr/>
          <p:nvPr/>
        </p:nvSpPr>
        <p:spPr>
          <a:xfrm>
            <a:off x="8544905" y="375372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8895590" y="4740103"/>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1774524" y="22816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11193822" y="19152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11066822" y="46203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11672924" y="40342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10121900" y="435123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a:off x="11503947" y="3007646"/>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a:off x="10860401" y="3340772"/>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95"/>
          <p:cNvCxnSpPr>
            <a:endCxn id="90" idx="4"/>
          </p:cNvCxnSpPr>
          <p:nvPr/>
        </p:nvCxnSpPr>
        <p:spPr>
          <a:xfrm flipV="1">
            <a:off x="10553700" y="4775128"/>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92" idx="4"/>
          </p:cNvCxnSpPr>
          <p:nvPr/>
        </p:nvCxnSpPr>
        <p:spPr>
          <a:xfrm flipH="1" flipV="1">
            <a:off x="10209149" y="4525736"/>
            <a:ext cx="325501" cy="8828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87" idx="6"/>
          </p:cNvCxnSpPr>
          <p:nvPr/>
        </p:nvCxnSpPr>
        <p:spPr>
          <a:xfrm>
            <a:off x="9074982" y="4829799"/>
            <a:ext cx="1478718" cy="578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87" idx="4"/>
          </p:cNvCxnSpPr>
          <p:nvPr/>
        </p:nvCxnSpPr>
        <p:spPr>
          <a:xfrm>
            <a:off x="8985286" y="4919495"/>
            <a:ext cx="806414" cy="9669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endCxn id="152" idx="7"/>
          </p:cNvCxnSpPr>
          <p:nvPr/>
        </p:nvCxnSpPr>
        <p:spPr>
          <a:xfrm flipH="1">
            <a:off x="9870763" y="5408613"/>
            <a:ext cx="682937" cy="4924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90" idx="5"/>
          </p:cNvCxnSpPr>
          <p:nvPr/>
        </p:nvCxnSpPr>
        <p:spPr>
          <a:xfrm>
            <a:off x="11198897" y="4752467"/>
            <a:ext cx="231103" cy="1248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10648950" y="5408613"/>
            <a:ext cx="762000" cy="6302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90" idx="6"/>
          </p:cNvCxnSpPr>
          <p:nvPr/>
        </p:nvCxnSpPr>
        <p:spPr>
          <a:xfrm>
            <a:off x="11221558" y="4697760"/>
            <a:ext cx="970442" cy="2171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91" idx="5"/>
          </p:cNvCxnSpPr>
          <p:nvPr/>
        </p:nvCxnSpPr>
        <p:spPr>
          <a:xfrm>
            <a:off x="11794813" y="4156106"/>
            <a:ext cx="397187" cy="8159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93" idx="6"/>
          </p:cNvCxnSpPr>
          <p:nvPr/>
        </p:nvCxnSpPr>
        <p:spPr>
          <a:xfrm>
            <a:off x="11753983" y="3132664"/>
            <a:ext cx="438017" cy="2201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91" idx="7"/>
          </p:cNvCxnSpPr>
          <p:nvPr/>
        </p:nvCxnSpPr>
        <p:spPr>
          <a:xfrm flipV="1">
            <a:off x="11794813" y="3352802"/>
            <a:ext cx="397187" cy="7023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90" idx="6"/>
          </p:cNvCxnSpPr>
          <p:nvPr/>
        </p:nvCxnSpPr>
        <p:spPr>
          <a:xfrm>
            <a:off x="11221558" y="4697760"/>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flipV="1">
            <a:off x="11449050" y="5408613"/>
            <a:ext cx="342900" cy="5730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flipV="1">
            <a:off x="11791950" y="4895850"/>
            <a:ext cx="400050" cy="5127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10591800" y="5408613"/>
            <a:ext cx="114300" cy="10493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9486900" y="5905500"/>
            <a:ext cx="323850" cy="9525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a:cxnSpLocks/>
            <a:stCxn id="87" idx="3"/>
          </p:cNvCxnSpPr>
          <p:nvPr/>
        </p:nvCxnSpPr>
        <p:spPr>
          <a:xfrm>
            <a:off x="8921861" y="4893224"/>
            <a:ext cx="545989" cy="19647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9525000" y="6457950"/>
            <a:ext cx="112395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flipV="1">
            <a:off x="9810750" y="5924550"/>
            <a:ext cx="838200" cy="514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0687050" y="6076950"/>
            <a:ext cx="723900" cy="3524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11791950" y="5408613"/>
            <a:ext cx="133350" cy="10493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11468100" y="6115050"/>
            <a:ext cx="40005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0706100" y="6438900"/>
            <a:ext cx="1200150" cy="114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10668000" y="6534150"/>
            <a:ext cx="361950" cy="3238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flipV="1">
            <a:off x="11144250" y="6572250"/>
            <a:ext cx="742950" cy="2857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11906250" y="6496050"/>
            <a:ext cx="285750" cy="3619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V="1">
            <a:off x="11906250" y="5886450"/>
            <a:ext cx="285750" cy="6096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8" name="椭圆 147"/>
          <p:cNvSpPr/>
          <p:nvPr/>
        </p:nvSpPr>
        <p:spPr>
          <a:xfrm>
            <a:off x="10581515" y="6378857"/>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a:xfrm>
            <a:off x="10422251" y="5283595"/>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a:off x="9748874" y="588013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a:off x="11844374" y="6442112"/>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a:off x="11294397" y="5903246"/>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nvSpPr>
        <p:spPr>
          <a:xfrm>
            <a:off x="9393551" y="6722264"/>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文本框 155"/>
          <p:cNvSpPr txBox="1"/>
          <p:nvPr/>
        </p:nvSpPr>
        <p:spPr>
          <a:xfrm>
            <a:off x="463614" y="1779034"/>
            <a:ext cx="9564367" cy="1754326"/>
          </a:xfrm>
          <a:prstGeom prst="rect">
            <a:avLst/>
          </a:prstGeom>
          <a:noFill/>
        </p:spPr>
        <p:txBody>
          <a:bodyPr wrap="square" rtlCol="0">
            <a:spAutoFit/>
          </a:bodyPr>
          <a:lstStyle/>
          <a:p>
            <a:r>
              <a:rPr lang="en-US" altLang="zh-CN" sz="3600" b="1" i="0" u="none" strike="noStrike" baseline="0">
                <a:latin typeface="NimbusRomNo9L-Regu"/>
              </a:rPr>
              <a:t>Dual-Purpose Knowledge Distillation: Lightweighting Large Language Models While Safeguarding Copyright Protection</a:t>
            </a:r>
            <a:endParaRPr lang="zh-CN" altLang="en-US" sz="3600" b="1"/>
          </a:p>
        </p:txBody>
      </p:sp>
      <p:cxnSp>
        <p:nvCxnSpPr>
          <p:cNvPr id="158" name="直接连接符 157"/>
          <p:cNvCxnSpPr/>
          <p:nvPr/>
        </p:nvCxnSpPr>
        <p:spPr>
          <a:xfrm rot="11174285" flipH="1">
            <a:off x="311114" y="3515865"/>
            <a:ext cx="190563" cy="6380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rot="11174285" flipH="1">
            <a:off x="262523" y="3881807"/>
            <a:ext cx="860986" cy="331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rot="11174285">
            <a:off x="550844" y="3476915"/>
            <a:ext cx="587028" cy="4550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1" name="椭圆 160"/>
          <p:cNvSpPr/>
          <p:nvPr/>
        </p:nvSpPr>
        <p:spPr>
          <a:xfrm rot="11174285">
            <a:off x="1067390" y="3905787"/>
            <a:ext cx="112175" cy="112175"/>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p:cNvSpPr/>
          <p:nvPr/>
        </p:nvSpPr>
        <p:spPr>
          <a:xfrm rot="11174285">
            <a:off x="520660" y="3432549"/>
            <a:ext cx="89295" cy="89295"/>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4" name="直接连接符 163"/>
          <p:cNvCxnSpPr/>
          <p:nvPr/>
        </p:nvCxnSpPr>
        <p:spPr>
          <a:xfrm rot="7715704" flipH="1">
            <a:off x="1054829" y="2632404"/>
            <a:ext cx="82782" cy="2771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rot="7715704" flipH="1">
            <a:off x="1053920" y="2643236"/>
            <a:ext cx="374020" cy="1440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a:stCxn id="167" idx="5"/>
          </p:cNvCxnSpPr>
          <p:nvPr/>
        </p:nvCxnSpPr>
        <p:spPr>
          <a:xfrm flipH="1">
            <a:off x="993390" y="2540090"/>
            <a:ext cx="291937" cy="77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7" name="椭圆 166"/>
          <p:cNvSpPr/>
          <p:nvPr/>
        </p:nvSpPr>
        <p:spPr>
          <a:xfrm rot="7715704">
            <a:off x="1285175" y="2513007"/>
            <a:ext cx="48730" cy="4873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椭圆 167"/>
          <p:cNvSpPr/>
          <p:nvPr/>
        </p:nvSpPr>
        <p:spPr>
          <a:xfrm rot="7715704">
            <a:off x="1149317" y="2863708"/>
            <a:ext cx="67919" cy="6791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椭圆 168"/>
          <p:cNvSpPr/>
          <p:nvPr/>
        </p:nvSpPr>
        <p:spPr>
          <a:xfrm rot="7715704">
            <a:off x="982518" y="2610118"/>
            <a:ext cx="38791" cy="38791"/>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47D21BFA-E037-FC93-8473-AEFE32F2E847}"/>
              </a:ext>
            </a:extLst>
          </p:cNvPr>
          <p:cNvSpPr txBox="1"/>
          <p:nvPr/>
        </p:nvSpPr>
        <p:spPr>
          <a:xfrm>
            <a:off x="1834451" y="4667251"/>
            <a:ext cx="1588897" cy="461665"/>
          </a:xfrm>
          <a:prstGeom prst="rect">
            <a:avLst/>
          </a:prstGeom>
          <a:noFill/>
        </p:spPr>
        <p:txBody>
          <a:bodyPr wrap="none" rtlCol="0">
            <a:spAutoFit/>
          </a:bodyPr>
          <a:lstStyle/>
          <a:p>
            <a:r>
              <a:rPr lang="en-US" altLang="zh-CN" sz="2400"/>
              <a:t>Junyu Mai</a:t>
            </a:r>
            <a:endParaRPr lang="zh-CN" altLang="en-US" sz="2400"/>
          </a:p>
        </p:txBody>
      </p:sp>
    </p:spTree>
    <p:extLst>
      <p:ext uri="{BB962C8B-B14F-4D97-AF65-F5344CB8AC3E}">
        <p14:creationId xmlns:p14="http://schemas.microsoft.com/office/powerpoint/2010/main" val="290881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文本框 1"/>
          <p:cNvSpPr txBox="1"/>
          <p:nvPr/>
        </p:nvSpPr>
        <p:spPr>
          <a:xfrm>
            <a:off x="4330132" y="720575"/>
            <a:ext cx="3531736" cy="923330"/>
          </a:xfrm>
          <a:prstGeom prst="rect">
            <a:avLst/>
          </a:prstGeom>
          <a:noFill/>
        </p:spPr>
        <p:txBody>
          <a:bodyPr wrap="none" rtlCol="0">
            <a:spAutoFit/>
          </a:bodyPr>
          <a:lstStyle/>
          <a:p>
            <a:r>
              <a:rPr lang="en-US" altLang="zh-CN" sz="5400" b="1"/>
              <a:t>CONTENT</a:t>
            </a:r>
            <a:endParaRPr lang="zh-CN" altLang="en-US" sz="5400" b="1"/>
          </a:p>
        </p:txBody>
      </p:sp>
      <p:cxnSp>
        <p:nvCxnSpPr>
          <p:cNvPr id="26" name="直接连接符 25"/>
          <p:cNvCxnSpPr>
            <a:cxnSpLocks/>
            <a:stCxn id="32" idx="7"/>
          </p:cNvCxnSpPr>
          <p:nvPr/>
        </p:nvCxnSpPr>
        <p:spPr>
          <a:xfrm flipV="1">
            <a:off x="1967871" y="2508925"/>
            <a:ext cx="811371" cy="785152"/>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rot="11174285">
            <a:off x="1955022" y="3199206"/>
            <a:ext cx="116686" cy="11668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0" name="直接连接符 39"/>
          <p:cNvCxnSpPr/>
          <p:nvPr/>
        </p:nvCxnSpPr>
        <p:spPr>
          <a:xfrm flipV="1">
            <a:off x="2904518" y="2000790"/>
            <a:ext cx="1140516" cy="365715"/>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cxnSpLocks/>
          </p:cNvCxnSpPr>
          <p:nvPr/>
        </p:nvCxnSpPr>
        <p:spPr>
          <a:xfrm flipH="1" flipV="1">
            <a:off x="4055923" y="1990986"/>
            <a:ext cx="727612" cy="336601"/>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rot="11174285">
            <a:off x="1840088" y="3875060"/>
            <a:ext cx="102364" cy="102364"/>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0" name="直接连接符 49"/>
          <p:cNvCxnSpPr/>
          <p:nvPr/>
        </p:nvCxnSpPr>
        <p:spPr>
          <a:xfrm>
            <a:off x="4826803" y="2438073"/>
            <a:ext cx="254010" cy="499698"/>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cxnSpLocks/>
          </p:cNvCxnSpPr>
          <p:nvPr/>
        </p:nvCxnSpPr>
        <p:spPr>
          <a:xfrm flipH="1">
            <a:off x="2338721" y="3023990"/>
            <a:ext cx="1356848" cy="396540"/>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rot="11174285">
            <a:off x="2255618" y="3339104"/>
            <a:ext cx="153494" cy="153494"/>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6" name="直接连接符 55"/>
          <p:cNvCxnSpPr/>
          <p:nvPr/>
        </p:nvCxnSpPr>
        <p:spPr>
          <a:xfrm flipH="1">
            <a:off x="1386439" y="3560208"/>
            <a:ext cx="1896428" cy="510540"/>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cxnSpLocks/>
          </p:cNvCxnSpPr>
          <p:nvPr/>
        </p:nvCxnSpPr>
        <p:spPr>
          <a:xfrm flipH="1" flipV="1">
            <a:off x="2892661" y="3356782"/>
            <a:ext cx="1277547" cy="567159"/>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cxnSpLocks/>
          </p:cNvCxnSpPr>
          <p:nvPr/>
        </p:nvCxnSpPr>
        <p:spPr>
          <a:xfrm flipH="1">
            <a:off x="4105101" y="3324667"/>
            <a:ext cx="1396225" cy="570252"/>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617856" y="1994720"/>
            <a:ext cx="1761591" cy="584775"/>
          </a:xfrm>
          <a:prstGeom prst="rect">
            <a:avLst/>
          </a:prstGeom>
          <a:noFill/>
        </p:spPr>
        <p:txBody>
          <a:bodyPr wrap="square" rtlCol="0">
            <a:spAutoFit/>
          </a:bodyPr>
          <a:lstStyle/>
          <a:p>
            <a:r>
              <a:rPr lang="en-US" altLang="zh-CN" sz="3200">
                <a:latin typeface="24 LED" panose="020B0603050302020204" pitchFamily="34" charset="0"/>
              </a:rPr>
              <a:t>NO.1</a:t>
            </a:r>
            <a:endParaRPr lang="zh-CN" altLang="en-US" sz="3200">
              <a:latin typeface="24 LED" panose="020B0603050302020204" pitchFamily="34" charset="0"/>
            </a:endParaRPr>
          </a:p>
        </p:txBody>
      </p:sp>
      <p:sp>
        <p:nvSpPr>
          <p:cNvPr id="41" name="文本框 40"/>
          <p:cNvSpPr txBox="1"/>
          <p:nvPr/>
        </p:nvSpPr>
        <p:spPr>
          <a:xfrm>
            <a:off x="2595610" y="2710828"/>
            <a:ext cx="1761591" cy="584775"/>
          </a:xfrm>
          <a:prstGeom prst="rect">
            <a:avLst/>
          </a:prstGeom>
          <a:noFill/>
        </p:spPr>
        <p:txBody>
          <a:bodyPr wrap="square" rtlCol="0">
            <a:spAutoFit/>
          </a:bodyPr>
          <a:lstStyle/>
          <a:p>
            <a:r>
              <a:rPr lang="en-US" altLang="zh-CN" sz="3200">
                <a:latin typeface="24 LED" panose="020B0603050302020204" pitchFamily="34" charset="0"/>
              </a:rPr>
              <a:t>NO.2</a:t>
            </a:r>
            <a:endParaRPr lang="zh-CN" altLang="en-US" sz="3200">
              <a:latin typeface="24 LED" panose="020B0603050302020204" pitchFamily="34" charset="0"/>
            </a:endParaRPr>
          </a:p>
        </p:txBody>
      </p:sp>
      <p:sp>
        <p:nvSpPr>
          <p:cNvPr id="27" name="矩形 26"/>
          <p:cNvSpPr/>
          <p:nvPr/>
        </p:nvSpPr>
        <p:spPr>
          <a:xfrm>
            <a:off x="3594258" y="2005504"/>
            <a:ext cx="2573140" cy="584775"/>
          </a:xfrm>
          <a:prstGeom prst="rect">
            <a:avLst/>
          </a:prstGeom>
          <a:noFill/>
        </p:spPr>
        <p:txBody>
          <a:bodyPr wrap="none">
            <a:spAutoFit/>
          </a:bodyPr>
          <a:lstStyle/>
          <a:p>
            <a:r>
              <a:rPr lang="en-US" altLang="zh-CN" sz="3200" b="1"/>
              <a:t>Introduction</a:t>
            </a:r>
            <a:endParaRPr lang="zh-CN" altLang="en-US" sz="3200" b="1"/>
          </a:p>
        </p:txBody>
      </p:sp>
      <p:sp>
        <p:nvSpPr>
          <p:cNvPr id="48" name="矩形 47"/>
          <p:cNvSpPr/>
          <p:nvPr/>
        </p:nvSpPr>
        <p:spPr>
          <a:xfrm>
            <a:off x="3594258" y="2706562"/>
            <a:ext cx="1826141" cy="584775"/>
          </a:xfrm>
          <a:prstGeom prst="rect">
            <a:avLst/>
          </a:prstGeom>
          <a:noFill/>
        </p:spPr>
        <p:txBody>
          <a:bodyPr wrap="none">
            <a:spAutoFit/>
          </a:bodyPr>
          <a:lstStyle/>
          <a:p>
            <a:r>
              <a:rPr lang="en-US" altLang="zh-CN" sz="3200" b="1"/>
              <a:t>Problem</a:t>
            </a:r>
            <a:endParaRPr lang="zh-CN" altLang="en-US" sz="3200" b="1"/>
          </a:p>
        </p:txBody>
      </p:sp>
      <p:cxnSp>
        <p:nvCxnSpPr>
          <p:cNvPr id="6" name="直接连接符 5">
            <a:extLst>
              <a:ext uri="{FF2B5EF4-FFF2-40B4-BE49-F238E27FC236}">
                <a16:creationId xmlns:a16="http://schemas.microsoft.com/office/drawing/2014/main" id="{F8C18812-7D53-13F3-B7A1-C94D610B22E9}"/>
              </a:ext>
            </a:extLst>
          </p:cNvPr>
          <p:cNvCxnSpPr>
            <a:cxnSpLocks/>
            <a:stCxn id="8" idx="7"/>
          </p:cNvCxnSpPr>
          <p:nvPr/>
        </p:nvCxnSpPr>
        <p:spPr>
          <a:xfrm flipV="1">
            <a:off x="1966554" y="3992395"/>
            <a:ext cx="811371" cy="785152"/>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9FFAF434-E19F-1A67-BC5C-61AC62D75000}"/>
              </a:ext>
            </a:extLst>
          </p:cNvPr>
          <p:cNvSpPr/>
          <p:nvPr/>
        </p:nvSpPr>
        <p:spPr>
          <a:xfrm rot="11174285">
            <a:off x="1953705" y="4682676"/>
            <a:ext cx="116686" cy="11668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9" name="直接连接符 8">
            <a:extLst>
              <a:ext uri="{FF2B5EF4-FFF2-40B4-BE49-F238E27FC236}">
                <a16:creationId xmlns:a16="http://schemas.microsoft.com/office/drawing/2014/main" id="{DBD31326-692C-741E-B22E-CF5FC4F3D72D}"/>
              </a:ext>
            </a:extLst>
          </p:cNvPr>
          <p:cNvCxnSpPr/>
          <p:nvPr/>
        </p:nvCxnSpPr>
        <p:spPr>
          <a:xfrm>
            <a:off x="4825486" y="4284355"/>
            <a:ext cx="254010" cy="499698"/>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EE2A577-7A39-6C95-0512-9E3E2E556F6A}"/>
              </a:ext>
            </a:extLst>
          </p:cNvPr>
          <p:cNvCxnSpPr>
            <a:cxnSpLocks/>
          </p:cNvCxnSpPr>
          <p:nvPr/>
        </p:nvCxnSpPr>
        <p:spPr>
          <a:xfrm flipH="1">
            <a:off x="2337404" y="4507460"/>
            <a:ext cx="1356848" cy="396540"/>
          </a:xfrm>
          <a:prstGeom prst="line">
            <a:avLst/>
          </a:prstGeom>
          <a:ln>
            <a:solidFill>
              <a:schemeClr val="bg1">
                <a:lumMod val="75000"/>
                <a:alpha val="21000"/>
              </a:schemeClr>
            </a:solidFill>
          </a:ln>
        </p:spPr>
        <p:style>
          <a:lnRef idx="1">
            <a:schemeClr val="accent1"/>
          </a:lnRef>
          <a:fillRef idx="0">
            <a:schemeClr val="accent1"/>
          </a:fillRef>
          <a:effectRef idx="0">
            <a:schemeClr val="accent1"/>
          </a:effectRef>
          <a:fontRef idx="minor">
            <a:schemeClr val="tx1"/>
          </a:fontRef>
        </p:style>
      </p:cxnSp>
      <p:sp>
        <p:nvSpPr>
          <p:cNvPr id="11" name="椭圆 10">
            <a:extLst>
              <a:ext uri="{FF2B5EF4-FFF2-40B4-BE49-F238E27FC236}">
                <a16:creationId xmlns:a16="http://schemas.microsoft.com/office/drawing/2014/main" id="{954D4738-E6A4-98A5-8811-1C2E2EF1CB9F}"/>
              </a:ext>
            </a:extLst>
          </p:cNvPr>
          <p:cNvSpPr/>
          <p:nvPr/>
        </p:nvSpPr>
        <p:spPr>
          <a:xfrm rot="11174285">
            <a:off x="2254301" y="4822574"/>
            <a:ext cx="153494" cy="153494"/>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7D236B44-6050-7064-8F61-0C882F40C187}"/>
              </a:ext>
            </a:extLst>
          </p:cNvPr>
          <p:cNvSpPr txBox="1"/>
          <p:nvPr/>
        </p:nvSpPr>
        <p:spPr>
          <a:xfrm>
            <a:off x="2617855" y="4485159"/>
            <a:ext cx="1761591" cy="584775"/>
          </a:xfrm>
          <a:prstGeom prst="rect">
            <a:avLst/>
          </a:prstGeom>
          <a:noFill/>
        </p:spPr>
        <p:txBody>
          <a:bodyPr wrap="square" rtlCol="0">
            <a:spAutoFit/>
          </a:bodyPr>
          <a:lstStyle/>
          <a:p>
            <a:r>
              <a:rPr lang="en-US" altLang="zh-CN" sz="3200">
                <a:latin typeface="24 LED" panose="020B0603050302020204" pitchFamily="34" charset="0"/>
              </a:rPr>
              <a:t>NO.4</a:t>
            </a:r>
            <a:endParaRPr lang="zh-CN" altLang="en-US" sz="3200">
              <a:latin typeface="24 LED" panose="020B0603050302020204" pitchFamily="34" charset="0"/>
            </a:endParaRPr>
          </a:p>
        </p:txBody>
      </p:sp>
      <p:sp>
        <p:nvSpPr>
          <p:cNvPr id="13" name="矩形 12">
            <a:extLst>
              <a:ext uri="{FF2B5EF4-FFF2-40B4-BE49-F238E27FC236}">
                <a16:creationId xmlns:a16="http://schemas.microsoft.com/office/drawing/2014/main" id="{755646C9-F9E8-2A57-2E81-A16778EC933D}"/>
              </a:ext>
            </a:extLst>
          </p:cNvPr>
          <p:cNvSpPr/>
          <p:nvPr/>
        </p:nvSpPr>
        <p:spPr>
          <a:xfrm>
            <a:off x="3576313" y="4480893"/>
            <a:ext cx="2414444" cy="584775"/>
          </a:xfrm>
          <a:prstGeom prst="rect">
            <a:avLst/>
          </a:prstGeom>
          <a:noFill/>
        </p:spPr>
        <p:txBody>
          <a:bodyPr wrap="none">
            <a:spAutoFit/>
          </a:bodyPr>
          <a:lstStyle/>
          <a:p>
            <a:r>
              <a:rPr lang="en-US" altLang="zh-CN" sz="3200" b="1"/>
              <a:t>Conclusion</a:t>
            </a:r>
            <a:endParaRPr lang="zh-CN" altLang="en-US" sz="3200" b="1"/>
          </a:p>
        </p:txBody>
      </p:sp>
      <p:sp>
        <p:nvSpPr>
          <p:cNvPr id="15" name="文本框 14">
            <a:extLst>
              <a:ext uri="{FF2B5EF4-FFF2-40B4-BE49-F238E27FC236}">
                <a16:creationId xmlns:a16="http://schemas.microsoft.com/office/drawing/2014/main" id="{C5B81462-ACA8-04E4-7352-8A2C52A879FE}"/>
              </a:ext>
            </a:extLst>
          </p:cNvPr>
          <p:cNvSpPr txBox="1"/>
          <p:nvPr/>
        </p:nvSpPr>
        <p:spPr>
          <a:xfrm>
            <a:off x="2595610" y="3524573"/>
            <a:ext cx="1761591" cy="584775"/>
          </a:xfrm>
          <a:prstGeom prst="rect">
            <a:avLst/>
          </a:prstGeom>
          <a:noFill/>
        </p:spPr>
        <p:txBody>
          <a:bodyPr wrap="square" rtlCol="0">
            <a:spAutoFit/>
          </a:bodyPr>
          <a:lstStyle/>
          <a:p>
            <a:r>
              <a:rPr lang="en-US" altLang="zh-CN" sz="3200">
                <a:latin typeface="24 LED" panose="020B0603050302020204" pitchFamily="34" charset="0"/>
              </a:rPr>
              <a:t>NO.3</a:t>
            </a:r>
            <a:endParaRPr lang="zh-CN" altLang="en-US" sz="3200">
              <a:latin typeface="24 LED" panose="020B0603050302020204" pitchFamily="34" charset="0"/>
            </a:endParaRPr>
          </a:p>
        </p:txBody>
      </p:sp>
      <p:sp>
        <p:nvSpPr>
          <p:cNvPr id="16" name="矩形 15">
            <a:extLst>
              <a:ext uri="{FF2B5EF4-FFF2-40B4-BE49-F238E27FC236}">
                <a16:creationId xmlns:a16="http://schemas.microsoft.com/office/drawing/2014/main" id="{43BBFAF2-E075-CD7D-B9B4-D3FF0AD51855}"/>
              </a:ext>
            </a:extLst>
          </p:cNvPr>
          <p:cNvSpPr/>
          <p:nvPr/>
        </p:nvSpPr>
        <p:spPr>
          <a:xfrm>
            <a:off x="3594258" y="3520307"/>
            <a:ext cx="1867819" cy="584775"/>
          </a:xfrm>
          <a:prstGeom prst="rect">
            <a:avLst/>
          </a:prstGeom>
          <a:noFill/>
        </p:spPr>
        <p:txBody>
          <a:bodyPr wrap="none">
            <a:spAutoFit/>
          </a:bodyPr>
          <a:lstStyle/>
          <a:p>
            <a:r>
              <a:rPr lang="en-US" altLang="zh-CN" sz="3200" b="1"/>
              <a:t>Methods</a:t>
            </a:r>
            <a:endParaRPr lang="zh-CN" altLang="en-US" sz="3200" b="1"/>
          </a:p>
        </p:txBody>
      </p:sp>
    </p:spTree>
    <p:extLst>
      <p:ext uri="{BB962C8B-B14F-4D97-AF65-F5344CB8AC3E}">
        <p14:creationId xmlns:p14="http://schemas.microsoft.com/office/powerpoint/2010/main" val="4150902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8" name="椭圆 7"/>
          <p:cNvSpPr/>
          <p:nvPr/>
        </p:nvSpPr>
        <p:spPr>
          <a:xfrm rot="11174285">
            <a:off x="2478134" y="365817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rot="11174285">
            <a:off x="3576303" y="3724763"/>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11174285">
            <a:off x="6996125" y="3868835"/>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rot="11174285">
            <a:off x="4720540" y="4975629"/>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rot="11174285">
            <a:off x="6246397" y="4832135"/>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rot="11174285">
            <a:off x="5600708" y="4332764"/>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a:stCxn id="8" idx="1"/>
            <a:endCxn id="32" idx="5"/>
          </p:cNvCxnSpPr>
          <p:nvPr/>
        </p:nvCxnSpPr>
        <p:spPr>
          <a:xfrm>
            <a:off x="2608921" y="3801326"/>
            <a:ext cx="937290" cy="121083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32" idx="4"/>
            <a:endCxn id="10" idx="0"/>
          </p:cNvCxnSpPr>
          <p:nvPr/>
        </p:nvCxnSpPr>
        <p:spPr>
          <a:xfrm flipV="1">
            <a:off x="3589079" y="3950281"/>
            <a:ext cx="88029" cy="10493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rot="11174285">
            <a:off x="3524396" y="4999310"/>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p:cNvCxnSpPr>
            <a:stCxn id="10" idx="3"/>
            <a:endCxn id="49" idx="1"/>
          </p:cNvCxnSpPr>
          <p:nvPr/>
        </p:nvCxnSpPr>
        <p:spPr>
          <a:xfrm flipV="1">
            <a:off x="3777583" y="3333827"/>
            <a:ext cx="1203378" cy="433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2" idx="3"/>
            <a:endCxn id="55" idx="7"/>
          </p:cNvCxnSpPr>
          <p:nvPr/>
        </p:nvCxnSpPr>
        <p:spPr>
          <a:xfrm flipV="1">
            <a:off x="4894907" y="4158047"/>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rot="11174285">
            <a:off x="4897735" y="3242736"/>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a:stCxn id="55" idx="2"/>
            <a:endCxn id="14" idx="6"/>
          </p:cNvCxnSpPr>
          <p:nvPr/>
        </p:nvCxnSpPr>
        <p:spPr>
          <a:xfrm>
            <a:off x="5165977" y="4118336"/>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11" idx="7"/>
            <a:endCxn id="14" idx="3"/>
          </p:cNvCxnSpPr>
          <p:nvPr/>
        </p:nvCxnSpPr>
        <p:spPr>
          <a:xfrm flipH="1">
            <a:off x="5743855" y="4065851"/>
            <a:ext cx="1278955" cy="296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rot="11174285">
            <a:off x="5012937" y="4033250"/>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a:endCxn id="55" idx="3"/>
          </p:cNvCxnSpPr>
          <p:nvPr/>
        </p:nvCxnSpPr>
        <p:spPr>
          <a:xfrm flipH="1">
            <a:off x="5149527" y="3295650"/>
            <a:ext cx="992492" cy="7662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1" idx="6"/>
          </p:cNvCxnSpPr>
          <p:nvPr/>
        </p:nvCxnSpPr>
        <p:spPr>
          <a:xfrm flipH="1" flipV="1">
            <a:off x="6252562" y="3320550"/>
            <a:ext cx="744280" cy="6562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椭圆 60"/>
          <p:cNvSpPr/>
          <p:nvPr/>
        </p:nvSpPr>
        <p:spPr>
          <a:xfrm rot="11174285">
            <a:off x="6104356" y="322320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a:stCxn id="11" idx="0"/>
            <a:endCxn id="13" idx="4"/>
          </p:cNvCxnSpPr>
          <p:nvPr/>
        </p:nvCxnSpPr>
        <p:spPr>
          <a:xfrm flipH="1">
            <a:off x="6371780" y="4110438"/>
            <a:ext cx="732340" cy="7223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4" idx="5"/>
            <a:endCxn id="96" idx="1"/>
          </p:cNvCxnSpPr>
          <p:nvPr/>
        </p:nvCxnSpPr>
        <p:spPr>
          <a:xfrm flipH="1" flipV="1">
            <a:off x="7719890" y="3032972"/>
            <a:ext cx="568233" cy="1395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2" idx="2"/>
            <a:endCxn id="12" idx="6"/>
          </p:cNvCxnSpPr>
          <p:nvPr/>
        </p:nvCxnSpPr>
        <p:spPr>
          <a:xfrm flipV="1">
            <a:off x="3640737" y="5062956"/>
            <a:ext cx="1080383" cy="10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rot="11174285">
            <a:off x="5772281" y="3879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rot="11174285">
            <a:off x="8260633" y="4412009"/>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rot="11174285">
            <a:off x="8774000" y="5220869"/>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rot="11174285">
            <a:off x="6149326" y="1752583"/>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rot="11174285">
            <a:off x="9219352" y="38562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a:stCxn id="14" idx="7"/>
            <a:endCxn id="12" idx="3"/>
          </p:cNvCxnSpPr>
          <p:nvPr/>
        </p:nvCxnSpPr>
        <p:spPr>
          <a:xfrm flipH="1">
            <a:off x="4894907" y="4463551"/>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49" idx="3"/>
            <a:endCxn id="61" idx="5"/>
          </p:cNvCxnSpPr>
          <p:nvPr/>
        </p:nvCxnSpPr>
        <p:spPr>
          <a:xfrm flipV="1">
            <a:off x="4988826" y="3247900"/>
            <a:ext cx="1157448" cy="139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49" idx="1"/>
            <a:endCxn id="55" idx="5"/>
          </p:cNvCxnSpPr>
          <p:nvPr/>
        </p:nvCxnSpPr>
        <p:spPr>
          <a:xfrm>
            <a:off x="4980961" y="3333827"/>
            <a:ext cx="60673" cy="7163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1" idx="3"/>
            <a:endCxn id="97" idx="7"/>
          </p:cNvCxnSpPr>
          <p:nvPr/>
        </p:nvCxnSpPr>
        <p:spPr>
          <a:xfrm flipV="1">
            <a:off x="6303874" y="2519859"/>
            <a:ext cx="540013" cy="7452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118" idx="1"/>
            <a:endCxn id="54" idx="4"/>
          </p:cNvCxnSpPr>
          <p:nvPr/>
        </p:nvCxnSpPr>
        <p:spPr>
          <a:xfrm flipH="1">
            <a:off x="8342141" y="2653249"/>
            <a:ext cx="309453" cy="1759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60" idx="0"/>
            <a:endCxn id="57" idx="4"/>
          </p:cNvCxnSpPr>
          <p:nvPr/>
        </p:nvCxnSpPr>
        <p:spPr>
          <a:xfrm flipH="1">
            <a:off x="8880406" y="4016625"/>
            <a:ext cx="410637" cy="12048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57" idx="7"/>
            <a:endCxn id="54" idx="2"/>
          </p:cNvCxnSpPr>
          <p:nvPr/>
        </p:nvCxnSpPr>
        <p:spPr>
          <a:xfrm flipH="1" flipV="1">
            <a:off x="8407236" y="4493517"/>
            <a:ext cx="387903" cy="883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2" name="椭圆 91"/>
          <p:cNvSpPr/>
          <p:nvPr/>
        </p:nvSpPr>
        <p:spPr>
          <a:xfrm rot="11174285">
            <a:off x="2738260" y="1951989"/>
            <a:ext cx="242906" cy="242906"/>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rot="11174285">
            <a:off x="3789202" y="1373314"/>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rot="11174285">
            <a:off x="7158527" y="908376"/>
            <a:ext cx="256794" cy="25679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rot="11174285">
            <a:off x="7537599" y="28334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rot="11174285">
            <a:off x="6818979" y="233595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rot="11174285">
            <a:off x="5547942" y="2519998"/>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rot="11174285">
            <a:off x="8015271" y="150806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a:stCxn id="92" idx="1"/>
            <a:endCxn id="112" idx="6"/>
          </p:cNvCxnSpPr>
          <p:nvPr/>
        </p:nvCxnSpPr>
        <p:spPr>
          <a:xfrm>
            <a:off x="2935753" y="2168145"/>
            <a:ext cx="653373" cy="589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94" idx="3"/>
            <a:endCxn id="107" idx="6"/>
          </p:cNvCxnSpPr>
          <p:nvPr/>
        </p:nvCxnSpPr>
        <p:spPr>
          <a:xfrm flipV="1">
            <a:off x="3990482" y="888102"/>
            <a:ext cx="725554" cy="5274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96" idx="5"/>
            <a:endCxn id="97" idx="1"/>
          </p:cNvCxnSpPr>
          <p:nvPr/>
        </p:nvCxnSpPr>
        <p:spPr>
          <a:xfrm flipH="1" flipV="1">
            <a:off x="7002880" y="2537238"/>
            <a:ext cx="576637" cy="3209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7" name="椭圆 106"/>
          <p:cNvSpPr/>
          <p:nvPr/>
        </p:nvSpPr>
        <p:spPr>
          <a:xfrm rot="11174285">
            <a:off x="4715733" y="842481"/>
            <a:ext cx="102364" cy="102364"/>
          </a:xfrm>
          <a:prstGeom prst="ellipse">
            <a:avLst/>
          </a:prstGeom>
          <a:solidFill>
            <a:srgbClr val="59595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直接连接符 107"/>
          <p:cNvCxnSpPr>
            <a:stCxn id="109" idx="2"/>
            <a:endCxn id="98" idx="5"/>
          </p:cNvCxnSpPr>
          <p:nvPr/>
        </p:nvCxnSpPr>
        <p:spPr>
          <a:xfrm>
            <a:off x="5232884" y="1999605"/>
            <a:ext cx="345133" cy="5381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9" name="椭圆 108"/>
          <p:cNvSpPr/>
          <p:nvPr/>
        </p:nvSpPr>
        <p:spPr>
          <a:xfrm rot="11174285">
            <a:off x="5079844" y="1914519"/>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 name="直接连接符 109"/>
          <p:cNvCxnSpPr>
            <a:stCxn id="46" idx="0"/>
            <a:endCxn id="109" idx="3"/>
          </p:cNvCxnSpPr>
          <p:nvPr/>
        </p:nvCxnSpPr>
        <p:spPr>
          <a:xfrm flipH="1">
            <a:off x="5216434" y="613459"/>
            <a:ext cx="656652" cy="13297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95" idx="6"/>
            <a:endCxn id="46" idx="2"/>
          </p:cNvCxnSpPr>
          <p:nvPr/>
        </p:nvCxnSpPr>
        <p:spPr>
          <a:xfrm flipH="1" flipV="1">
            <a:off x="5997799" y="513324"/>
            <a:ext cx="1161488" cy="509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2" name="椭圆 111"/>
          <p:cNvSpPr/>
          <p:nvPr/>
        </p:nvSpPr>
        <p:spPr>
          <a:xfrm rot="11174285">
            <a:off x="3588462" y="265750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 name="直接连接符 112"/>
          <p:cNvCxnSpPr>
            <a:stCxn id="95" idx="0"/>
            <a:endCxn id="97" idx="4"/>
          </p:cNvCxnSpPr>
          <p:nvPr/>
        </p:nvCxnSpPr>
        <p:spPr>
          <a:xfrm flipH="1">
            <a:off x="6944362" y="1164410"/>
            <a:ext cx="328610" cy="11722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99" idx="4"/>
            <a:endCxn id="95" idx="2"/>
          </p:cNvCxnSpPr>
          <p:nvPr/>
        </p:nvCxnSpPr>
        <p:spPr>
          <a:xfrm flipH="1" flipV="1">
            <a:off x="7414561" y="1050725"/>
            <a:ext cx="726093" cy="458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92" idx="4"/>
            <a:endCxn id="94" idx="7"/>
          </p:cNvCxnSpPr>
          <p:nvPr/>
        </p:nvCxnSpPr>
        <p:spPr>
          <a:xfrm flipV="1">
            <a:off x="2872910" y="1557215"/>
            <a:ext cx="941200" cy="3954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p:cNvSpPr/>
          <p:nvPr/>
        </p:nvSpPr>
        <p:spPr>
          <a:xfrm rot="11174285">
            <a:off x="3884421" y="600253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rot="11174285">
            <a:off x="8532046" y="2522403"/>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rot="11174285">
            <a:off x="7357670" y="602477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rot="11174285">
            <a:off x="9156635" y="1770386"/>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 name="直接连接符 121"/>
          <p:cNvCxnSpPr>
            <a:stCxn id="98" idx="2"/>
            <a:endCxn id="61" idx="4"/>
          </p:cNvCxnSpPr>
          <p:nvPr/>
        </p:nvCxnSpPr>
        <p:spPr>
          <a:xfrm>
            <a:off x="5708328" y="2609169"/>
            <a:ext cx="520313" cy="61470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46" idx="6"/>
            <a:endCxn id="107" idx="3"/>
          </p:cNvCxnSpPr>
          <p:nvPr/>
        </p:nvCxnSpPr>
        <p:spPr>
          <a:xfrm flipH="1">
            <a:off x="4806824" y="488746"/>
            <a:ext cx="966127" cy="3728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07" idx="1"/>
            <a:endCxn id="109" idx="5"/>
          </p:cNvCxnSpPr>
          <p:nvPr/>
        </p:nvCxnSpPr>
        <p:spPr>
          <a:xfrm>
            <a:off x="4798959" y="933572"/>
            <a:ext cx="309582" cy="9978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99" idx="3"/>
            <a:endCxn id="121" idx="5"/>
          </p:cNvCxnSpPr>
          <p:nvPr/>
        </p:nvCxnSpPr>
        <p:spPr>
          <a:xfrm>
            <a:off x="8216551" y="1550355"/>
            <a:ext cx="970159" cy="237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18" idx="3"/>
            <a:endCxn id="121" idx="7"/>
          </p:cNvCxnSpPr>
          <p:nvPr/>
        </p:nvCxnSpPr>
        <p:spPr>
          <a:xfrm flipV="1">
            <a:off x="8662892" y="1901173"/>
            <a:ext cx="511458" cy="6487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99" idx="0"/>
            <a:endCxn id="118" idx="4"/>
          </p:cNvCxnSpPr>
          <p:nvPr/>
        </p:nvCxnSpPr>
        <p:spPr>
          <a:xfrm>
            <a:off x="8116076" y="1733586"/>
            <a:ext cx="497478" cy="7892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60" idx="7"/>
            <a:endCxn id="54" idx="3"/>
          </p:cNvCxnSpPr>
          <p:nvPr/>
        </p:nvCxnSpPr>
        <p:spPr>
          <a:xfrm flipH="1">
            <a:off x="8391479" y="3987026"/>
            <a:ext cx="845588" cy="4524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p:cNvSpPr/>
          <p:nvPr/>
        </p:nvSpPr>
        <p:spPr>
          <a:xfrm rot="11174285">
            <a:off x="5576810" y="59902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nvSpPr>
        <p:spPr>
          <a:xfrm rot="11174285">
            <a:off x="7638830" y="5291897"/>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p:cNvCxnSpPr>
            <a:stCxn id="116" idx="2"/>
            <a:endCxn id="175" idx="6"/>
          </p:cNvCxnSpPr>
          <p:nvPr/>
        </p:nvCxnSpPr>
        <p:spPr>
          <a:xfrm flipV="1">
            <a:off x="4109939" y="6090177"/>
            <a:ext cx="1467535" cy="377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116" idx="4"/>
            <a:endCxn id="12" idx="7"/>
          </p:cNvCxnSpPr>
          <p:nvPr/>
        </p:nvCxnSpPr>
        <p:spPr>
          <a:xfrm flipV="1">
            <a:off x="4009804" y="5134941"/>
            <a:ext cx="732315" cy="868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a:stCxn id="116" idx="5"/>
            <a:endCxn id="32" idx="1"/>
          </p:cNvCxnSpPr>
          <p:nvPr/>
        </p:nvCxnSpPr>
        <p:spPr>
          <a:xfrm flipH="1" flipV="1">
            <a:off x="3619267" y="5103147"/>
            <a:ext cx="307441" cy="9242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a:stCxn id="11" idx="1"/>
            <a:endCxn id="176" idx="4"/>
          </p:cNvCxnSpPr>
          <p:nvPr/>
        </p:nvCxnSpPr>
        <p:spPr>
          <a:xfrm>
            <a:off x="7193141" y="4084470"/>
            <a:ext cx="534860" cy="12079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a:stCxn id="11" idx="2"/>
            <a:endCxn id="54" idx="6"/>
          </p:cNvCxnSpPr>
          <p:nvPr/>
        </p:nvCxnSpPr>
        <p:spPr>
          <a:xfrm>
            <a:off x="7237728" y="4003160"/>
            <a:ext cx="1023340" cy="47437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stCxn id="54" idx="7"/>
            <a:endCxn id="176" idx="3"/>
          </p:cNvCxnSpPr>
          <p:nvPr/>
        </p:nvCxnSpPr>
        <p:spPr>
          <a:xfrm flipH="1">
            <a:off x="7781977" y="4531557"/>
            <a:ext cx="494848" cy="7904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a:stCxn id="57" idx="7"/>
            <a:endCxn id="176" idx="2"/>
          </p:cNvCxnSpPr>
          <p:nvPr/>
        </p:nvCxnSpPr>
        <p:spPr>
          <a:xfrm flipH="1">
            <a:off x="7799216" y="5376936"/>
            <a:ext cx="995923" cy="4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a:stCxn id="120" idx="4"/>
            <a:endCxn id="176" idx="1"/>
          </p:cNvCxnSpPr>
          <p:nvPr/>
        </p:nvCxnSpPr>
        <p:spPr>
          <a:xfrm flipV="1">
            <a:off x="7481955" y="5435044"/>
            <a:ext cx="287662" cy="590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a:stCxn id="14" idx="1"/>
            <a:endCxn id="13" idx="5"/>
          </p:cNvCxnSpPr>
          <p:nvPr/>
        </p:nvCxnSpPr>
        <p:spPr>
          <a:xfrm>
            <a:off x="5731495" y="4475911"/>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a:stCxn id="12" idx="2"/>
            <a:endCxn id="13" idx="6"/>
          </p:cNvCxnSpPr>
          <p:nvPr/>
        </p:nvCxnSpPr>
        <p:spPr>
          <a:xfrm flipV="1">
            <a:off x="4915906" y="4932940"/>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a:stCxn id="362" idx="4"/>
            <a:endCxn id="13" idx="0"/>
          </p:cNvCxnSpPr>
          <p:nvPr/>
        </p:nvCxnSpPr>
        <p:spPr>
          <a:xfrm flipH="1" flipV="1">
            <a:off x="6347202" y="5057653"/>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a:stCxn id="362" idx="2"/>
            <a:endCxn id="176" idx="7"/>
          </p:cNvCxnSpPr>
          <p:nvPr/>
        </p:nvCxnSpPr>
        <p:spPr>
          <a:xfrm flipV="1">
            <a:off x="6643971" y="5422684"/>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a:stCxn id="13" idx="1"/>
            <a:endCxn id="176" idx="6"/>
          </p:cNvCxnSpPr>
          <p:nvPr/>
        </p:nvCxnSpPr>
        <p:spPr>
          <a:xfrm>
            <a:off x="6430298" y="5033415"/>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a:stCxn id="175" idx="6"/>
            <a:endCxn id="12" idx="1"/>
          </p:cNvCxnSpPr>
          <p:nvPr/>
        </p:nvCxnSpPr>
        <p:spPr>
          <a:xfrm flipH="1" flipV="1">
            <a:off x="4879852" y="5149996"/>
            <a:ext cx="697622" cy="9401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a:stCxn id="10" idx="2"/>
            <a:endCxn id="55" idx="6"/>
          </p:cNvCxnSpPr>
          <p:nvPr/>
        </p:nvCxnSpPr>
        <p:spPr>
          <a:xfrm>
            <a:off x="3801821" y="3850146"/>
            <a:ext cx="1211570" cy="2515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a:stCxn id="8" idx="3"/>
            <a:endCxn id="10" idx="6"/>
          </p:cNvCxnSpPr>
          <p:nvPr/>
        </p:nvCxnSpPr>
        <p:spPr>
          <a:xfrm>
            <a:off x="2621281" y="3688254"/>
            <a:ext cx="955692" cy="1373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a:stCxn id="112" idx="0"/>
            <a:endCxn id="10" idx="4"/>
          </p:cNvCxnSpPr>
          <p:nvPr/>
        </p:nvCxnSpPr>
        <p:spPr>
          <a:xfrm>
            <a:off x="3688385" y="2881053"/>
            <a:ext cx="13301" cy="8443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stCxn id="112" idx="1"/>
            <a:endCxn id="49" idx="5"/>
          </p:cNvCxnSpPr>
          <p:nvPr/>
        </p:nvCxnSpPr>
        <p:spPr>
          <a:xfrm>
            <a:off x="3770753" y="2857026"/>
            <a:ext cx="1146120" cy="3969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a:stCxn id="94" idx="1"/>
            <a:endCxn id="112" idx="4"/>
          </p:cNvCxnSpPr>
          <p:nvPr/>
        </p:nvCxnSpPr>
        <p:spPr>
          <a:xfrm flipH="1">
            <a:off x="3712747" y="1574594"/>
            <a:ext cx="260356" cy="10835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直接连接符 288"/>
          <p:cNvCxnSpPr>
            <a:stCxn id="94" idx="1"/>
            <a:endCxn id="109" idx="0"/>
          </p:cNvCxnSpPr>
          <p:nvPr/>
        </p:nvCxnSpPr>
        <p:spPr>
          <a:xfrm>
            <a:off x="3973103" y="1574594"/>
            <a:ext cx="1175149" cy="492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8" idx="3"/>
            <a:endCxn id="112" idx="6"/>
          </p:cNvCxnSpPr>
          <p:nvPr/>
        </p:nvCxnSpPr>
        <p:spPr>
          <a:xfrm flipV="1">
            <a:off x="2621281" y="2757431"/>
            <a:ext cx="967845" cy="9308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112" idx="2"/>
            <a:endCxn id="109" idx="0"/>
          </p:cNvCxnSpPr>
          <p:nvPr/>
        </p:nvCxnSpPr>
        <p:spPr>
          <a:xfrm flipV="1">
            <a:off x="3812007" y="2067559"/>
            <a:ext cx="1336245" cy="7142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112" idx="2"/>
            <a:endCxn id="98" idx="7"/>
          </p:cNvCxnSpPr>
          <p:nvPr/>
        </p:nvCxnSpPr>
        <p:spPr>
          <a:xfrm flipV="1">
            <a:off x="3812007" y="2650785"/>
            <a:ext cx="1753650" cy="1310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49" idx="3"/>
            <a:endCxn id="98" idx="0"/>
          </p:cNvCxnSpPr>
          <p:nvPr/>
        </p:nvCxnSpPr>
        <p:spPr>
          <a:xfrm flipV="1">
            <a:off x="4988826" y="2680384"/>
            <a:ext cx="630807" cy="5814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95" idx="7"/>
            <a:endCxn id="59" idx="3"/>
          </p:cNvCxnSpPr>
          <p:nvPr/>
        </p:nvCxnSpPr>
        <p:spPr>
          <a:xfrm flipH="1">
            <a:off x="6348844" y="1117160"/>
            <a:ext cx="837962" cy="6773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直接连接符 309"/>
          <p:cNvCxnSpPr>
            <a:stCxn id="46" idx="1"/>
            <a:endCxn id="59" idx="5"/>
          </p:cNvCxnSpPr>
          <p:nvPr/>
        </p:nvCxnSpPr>
        <p:spPr>
          <a:xfrm>
            <a:off x="5956182" y="589221"/>
            <a:ext cx="235062" cy="11880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109" idx="2"/>
            <a:endCxn id="59" idx="7"/>
          </p:cNvCxnSpPr>
          <p:nvPr/>
        </p:nvCxnSpPr>
        <p:spPr>
          <a:xfrm flipV="1">
            <a:off x="5232884" y="1934874"/>
            <a:ext cx="941133" cy="6473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6" name="直接连接符 315"/>
          <p:cNvCxnSpPr>
            <a:stCxn id="98" idx="2"/>
            <a:endCxn id="97" idx="6"/>
          </p:cNvCxnSpPr>
          <p:nvPr/>
        </p:nvCxnSpPr>
        <p:spPr>
          <a:xfrm flipV="1">
            <a:off x="5708328" y="2436763"/>
            <a:ext cx="1111321" cy="1724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8" name="直接连接符 317"/>
          <p:cNvCxnSpPr>
            <a:stCxn id="98" idx="3"/>
            <a:endCxn id="59" idx="0"/>
          </p:cNvCxnSpPr>
          <p:nvPr/>
        </p:nvCxnSpPr>
        <p:spPr>
          <a:xfrm flipV="1">
            <a:off x="5691089" y="1976128"/>
            <a:ext cx="558160" cy="5739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1" name="直接连接符 320"/>
          <p:cNvCxnSpPr>
            <a:stCxn id="97" idx="5"/>
            <a:endCxn id="59" idx="1"/>
          </p:cNvCxnSpPr>
          <p:nvPr/>
        </p:nvCxnSpPr>
        <p:spPr>
          <a:xfrm flipH="1" flipV="1">
            <a:off x="6331617" y="1952101"/>
            <a:ext cx="529649" cy="4087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4" name="直接连接符 323"/>
          <p:cNvCxnSpPr>
            <a:stCxn id="99" idx="7"/>
            <a:endCxn id="97" idx="3"/>
          </p:cNvCxnSpPr>
          <p:nvPr/>
        </p:nvCxnSpPr>
        <p:spPr>
          <a:xfrm flipH="1">
            <a:off x="7020259" y="1691969"/>
            <a:ext cx="1019920" cy="6862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a:stCxn id="118" idx="6"/>
            <a:endCxn id="96" idx="3"/>
          </p:cNvCxnSpPr>
          <p:nvPr/>
        </p:nvCxnSpPr>
        <p:spPr>
          <a:xfrm flipH="1">
            <a:off x="7737117" y="2587933"/>
            <a:ext cx="795364" cy="2874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直接连接符 329"/>
          <p:cNvCxnSpPr>
            <a:stCxn id="99" idx="0"/>
            <a:endCxn id="96" idx="4"/>
          </p:cNvCxnSpPr>
          <p:nvPr/>
        </p:nvCxnSpPr>
        <p:spPr>
          <a:xfrm flipH="1">
            <a:off x="7661884" y="1733586"/>
            <a:ext cx="454192" cy="11005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p:cNvCxnSpPr>
            <a:endCxn id="11" idx="4"/>
          </p:cNvCxnSpPr>
          <p:nvPr/>
        </p:nvCxnSpPr>
        <p:spPr>
          <a:xfrm flipH="1">
            <a:off x="7130450" y="3027127"/>
            <a:ext cx="461520" cy="8424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直接连接符 339"/>
          <p:cNvCxnSpPr>
            <a:stCxn id="61" idx="2"/>
            <a:endCxn id="96" idx="6"/>
          </p:cNvCxnSpPr>
          <p:nvPr/>
        </p:nvCxnSpPr>
        <p:spPr>
          <a:xfrm flipV="1">
            <a:off x="6327901" y="2933377"/>
            <a:ext cx="1210362" cy="414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p:cNvSpPr/>
          <p:nvPr/>
        </p:nvSpPr>
        <p:spPr>
          <a:xfrm rot="11174285">
            <a:off x="6541910" y="5663467"/>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p:cNvCxnSpPr>
            <a:stCxn id="175" idx="4"/>
            <a:endCxn id="13" idx="7"/>
          </p:cNvCxnSpPr>
          <p:nvPr/>
        </p:nvCxnSpPr>
        <p:spPr>
          <a:xfrm flipV="1">
            <a:off x="5701095" y="5016036"/>
            <a:ext cx="570210" cy="974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p:cNvCxnSpPr>
            <a:stCxn id="175" idx="2"/>
            <a:endCxn id="362" idx="0"/>
          </p:cNvCxnSpPr>
          <p:nvPr/>
        </p:nvCxnSpPr>
        <p:spPr>
          <a:xfrm flipV="1">
            <a:off x="5800355" y="5765528"/>
            <a:ext cx="787176" cy="349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p:cNvCxnSpPr>
            <a:stCxn id="362" idx="1"/>
            <a:endCxn id="120" idx="6"/>
          </p:cNvCxnSpPr>
          <p:nvPr/>
        </p:nvCxnSpPr>
        <p:spPr>
          <a:xfrm>
            <a:off x="6625136" y="5754558"/>
            <a:ext cx="733198" cy="3701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p:cNvCxnSpPr>
            <a:stCxn id="55" idx="6"/>
            <a:endCxn id="32" idx="2"/>
          </p:cNvCxnSpPr>
          <p:nvPr/>
        </p:nvCxnSpPr>
        <p:spPr>
          <a:xfrm flipH="1">
            <a:off x="3640737" y="4101658"/>
            <a:ext cx="1372654" cy="962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1" name="直接连接符 620"/>
          <p:cNvCxnSpPr>
            <a:stCxn id="118" idx="2"/>
            <a:endCxn id="60" idx="5"/>
          </p:cNvCxnSpPr>
          <p:nvPr/>
        </p:nvCxnSpPr>
        <p:spPr>
          <a:xfrm>
            <a:off x="8678649" y="2603911"/>
            <a:ext cx="570778" cy="12700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1" name="椭圆 670"/>
          <p:cNvSpPr/>
          <p:nvPr/>
        </p:nvSpPr>
        <p:spPr>
          <a:xfrm>
            <a:off x="4780844" y="2224637"/>
            <a:ext cx="2630311" cy="2630311"/>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0">
                <a:latin typeface="24 LED" panose="020B0603050302020204" pitchFamily="34" charset="0"/>
              </a:rPr>
              <a:t>1</a:t>
            </a:r>
            <a:endParaRPr lang="zh-CN" altLang="en-US" sz="12000">
              <a:latin typeface="24 LED" panose="020B0603050302020204" pitchFamily="34" charset="0"/>
            </a:endParaRPr>
          </a:p>
        </p:txBody>
      </p:sp>
    </p:spTree>
    <p:extLst>
      <p:ext uri="{BB962C8B-B14F-4D97-AF65-F5344CB8AC3E}">
        <p14:creationId xmlns:p14="http://schemas.microsoft.com/office/powerpoint/2010/main" val="3886826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cxnSp>
        <p:nvCxnSpPr>
          <p:cNvPr id="100" name="直接连接符 99"/>
          <p:cNvCxnSpPr>
            <a:stCxn id="224" idx="7"/>
            <a:endCxn id="165" idx="1"/>
          </p:cNvCxnSpPr>
          <p:nvPr/>
        </p:nvCxnSpPr>
        <p:spPr>
          <a:xfrm>
            <a:off x="1106967" y="2515324"/>
            <a:ext cx="1654357" cy="410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cxnSpLocks/>
            <a:endCxn id="223"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endCxn id="155" idx="0"/>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cxnSpLocks/>
            <a:endCxn id="126"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125" idx="4"/>
            <a:endCxn id="154" idx="0"/>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椭圆 124"/>
          <p:cNvSpPr/>
          <p:nvPr/>
        </p:nvSpPr>
        <p:spPr>
          <a:xfrm flipH="1">
            <a:off x="8244832" y="245548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 name="直接连接符 126"/>
          <p:cNvCxnSpPr>
            <a:stCxn id="125" idx="3"/>
            <a:endCxn id="126"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endCxn id="155" idx="6"/>
          </p:cNvCxnSpPr>
          <p:nvPr/>
        </p:nvCxnSpPr>
        <p:spPr>
          <a:xfrm flipV="1">
            <a:off x="6594375" y="3526446"/>
            <a:ext cx="1057098" cy="5499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25" idx="0"/>
            <a:endCxn id="133" idx="3"/>
          </p:cNvCxnSpPr>
          <p:nvPr/>
        </p:nvCxnSpPr>
        <p:spPr>
          <a:xfrm flipH="1" flipV="1">
            <a:off x="7839239" y="1505772"/>
            <a:ext cx="530611" cy="9497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cxnSpLocks/>
            <a:endCxn id="151"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219" idx="2"/>
            <a:endCxn id="133" idx="7"/>
          </p:cNvCxnSpPr>
          <p:nvPr/>
        </p:nvCxnSpPr>
        <p:spPr>
          <a:xfrm flipV="1">
            <a:off x="6767614" y="1382383"/>
            <a:ext cx="948236" cy="1256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cxnSpLocks/>
            <a:endCxn id="133" idx="4"/>
          </p:cNvCxnSpPr>
          <p:nvPr/>
        </p:nvCxnSpPr>
        <p:spPr>
          <a:xfrm flipV="1">
            <a:off x="7749687" y="1531326"/>
            <a:ext cx="27857" cy="10106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3" name="椭圆 132"/>
          <p:cNvSpPr/>
          <p:nvPr/>
        </p:nvSpPr>
        <p:spPr>
          <a:xfrm flipH="1">
            <a:off x="7690296" y="135682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p:cNvCxnSpPr>
            <a:stCxn id="219" idx="4"/>
          </p:cNvCxnSpPr>
          <p:nvPr/>
        </p:nvCxnSpPr>
        <p:spPr>
          <a:xfrm flipH="1">
            <a:off x="6502403" y="1615224"/>
            <a:ext cx="158004" cy="7441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a:endCxn id="155" idx="7"/>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a:cxnSpLocks/>
            <a:stCxn id="219" idx="3"/>
          </p:cNvCxnSpPr>
          <p:nvPr/>
        </p:nvCxnSpPr>
        <p:spPr>
          <a:xfrm>
            <a:off x="6736214" y="1583824"/>
            <a:ext cx="950048" cy="9844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stCxn id="126" idx="2"/>
            <a:endCxn id="149" idx="6"/>
          </p:cNvCxnSpPr>
          <p:nvPr/>
        </p:nvCxnSpPr>
        <p:spPr>
          <a:xfrm>
            <a:off x="9916317" y="3343266"/>
            <a:ext cx="1493679" cy="1189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a:cxnSpLocks/>
            <a:endCxn id="126" idx="5"/>
          </p:cNvCxnSpPr>
          <p:nvPr/>
        </p:nvCxnSpPr>
        <p:spPr>
          <a:xfrm flipV="1">
            <a:off x="9366141" y="3393754"/>
            <a:ext cx="428287" cy="13661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a:cxnSpLocks/>
            <a:endCxn id="126"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stCxn id="154" idx="2"/>
            <a:endCxn id="126" idx="4"/>
          </p:cNvCxnSpPr>
          <p:nvPr/>
        </p:nvCxnSpPr>
        <p:spPr>
          <a:xfrm flipV="1">
            <a:off x="8680198" y="3414667"/>
            <a:ext cx="1164718" cy="5258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stCxn id="154" idx="6"/>
            <a:endCxn id="155" idx="3"/>
          </p:cNvCxnSpPr>
          <p:nvPr/>
        </p:nvCxnSpPr>
        <p:spPr>
          <a:xfrm flipH="1" flipV="1">
            <a:off x="7864892" y="3614847"/>
            <a:ext cx="640809" cy="3256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a:stCxn id="154" idx="3"/>
          </p:cNvCxnSpPr>
          <p:nvPr/>
        </p:nvCxnSpPr>
        <p:spPr>
          <a:xfrm>
            <a:off x="8654644" y="4002187"/>
            <a:ext cx="603658" cy="810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stCxn id="152" idx="3"/>
          </p:cNvCxnSpPr>
          <p:nvPr/>
        </p:nvCxnSpPr>
        <p:spPr>
          <a:xfrm flipH="1" flipV="1">
            <a:off x="6553202"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a:stCxn id="154" idx="5"/>
          </p:cNvCxnSpPr>
          <p:nvPr/>
        </p:nvCxnSpPr>
        <p:spPr>
          <a:xfrm flipH="1">
            <a:off x="7143752" y="4002187"/>
            <a:ext cx="1387503" cy="658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a:stCxn id="155" idx="4"/>
          </p:cNvCxnSpPr>
          <p:nvPr/>
        </p:nvCxnSpPr>
        <p:spPr>
          <a:xfrm flipH="1">
            <a:off x="7162802" y="3651464"/>
            <a:ext cx="613689" cy="9902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9" name="椭圆 148"/>
          <p:cNvSpPr/>
          <p:nvPr/>
        </p:nvSpPr>
        <p:spPr>
          <a:xfrm flipH="1">
            <a:off x="11409996" y="333717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flipH="1">
            <a:off x="7066444"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flipH="1">
            <a:off x="6472276"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flipH="1">
            <a:off x="8505701" y="385324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nvSpPr>
        <p:spPr>
          <a:xfrm flipH="1">
            <a:off x="7651473" y="3401428"/>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连接符 155"/>
          <p:cNvCxnSpPr>
            <a:cxnSpLocks/>
            <a:stCxn id="152" idx="6"/>
          </p:cNvCxnSpPr>
          <p:nvPr/>
        </p:nvCxnSpPr>
        <p:spPr>
          <a:xfrm flipH="1">
            <a:off x="6435792" y="4691284"/>
            <a:ext cx="630652" cy="1797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a:cxnSpLocks/>
            <a:stCxn id="153" idx="5"/>
          </p:cNvCxnSpPr>
          <p:nvPr/>
        </p:nvCxnSpPr>
        <p:spPr>
          <a:xfrm flipH="1">
            <a:off x="6326338" y="4149630"/>
            <a:ext cx="166851" cy="611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a:endCxn id="207"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a:stCxn id="152" idx="6"/>
          </p:cNvCxnSpPr>
          <p:nvPr/>
        </p:nvCxnSpPr>
        <p:spPr>
          <a:xfrm flipH="1">
            <a:off x="6496052" y="4691284"/>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a:cxnSpLocks/>
          </p:cNvCxnSpPr>
          <p:nvPr/>
        </p:nvCxnSpPr>
        <p:spPr>
          <a:xfrm flipH="1" flipV="1">
            <a:off x="6326338" y="4980443"/>
            <a:ext cx="169714" cy="421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cxnSpLocks/>
            <a:endCxn id="149" idx="4"/>
          </p:cNvCxnSpPr>
          <p:nvPr/>
        </p:nvCxnSpPr>
        <p:spPr>
          <a:xfrm flipV="1">
            <a:off x="10776717" y="3587213"/>
            <a:ext cx="758297" cy="6155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cxnSpLocks/>
            <a:endCxn id="165"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5" name="椭圆 164"/>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a:off x="1432151" y="319282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p:cNvCxnSpPr>
            <a:stCxn id="165" idx="2"/>
            <a:endCxn id="166" idx="5"/>
          </p:cNvCxnSpPr>
          <p:nvPr/>
        </p:nvCxnSpPr>
        <p:spPr>
          <a:xfrm flipH="1">
            <a:off x="1554040" y="3014471"/>
            <a:ext cx="1170667" cy="300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a:endCxn id="208" idx="6"/>
          </p:cNvCxnSpPr>
          <p:nvPr/>
        </p:nvCxnSpPr>
        <p:spPr>
          <a:xfrm flipH="1" flipV="1">
            <a:off x="4568689" y="3482308"/>
            <a:ext cx="949337" cy="5940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a:stCxn id="165" idx="0"/>
            <a:endCxn id="170"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0" name="椭圆 169"/>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直接连接符 171"/>
          <p:cNvCxnSpPr>
            <a:stCxn id="203" idx="2"/>
            <a:endCxn id="170"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a:endCxn id="219" idx="5"/>
          </p:cNvCxnSpPr>
          <p:nvPr/>
        </p:nvCxnSpPr>
        <p:spPr>
          <a:xfrm flipV="1">
            <a:off x="5029427" y="1583824"/>
            <a:ext cx="1555174" cy="398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a:endCxn id="202"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a:stCxn id="202"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a:cxnSpLocks/>
            <a:stCxn id="203"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a:cxnSpLocks/>
            <a:endCxn id="166" idx="4"/>
          </p:cNvCxnSpPr>
          <p:nvPr/>
        </p:nvCxnSpPr>
        <p:spPr>
          <a:xfrm flipH="1" flipV="1">
            <a:off x="1503552" y="3335623"/>
            <a:ext cx="1216436" cy="1487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206" idx="1"/>
            <a:endCxn id="166" idx="4"/>
          </p:cNvCxnSpPr>
          <p:nvPr/>
        </p:nvCxnSpPr>
        <p:spPr>
          <a:xfrm flipH="1" flipV="1">
            <a:off x="1503552" y="3335623"/>
            <a:ext cx="1721547" cy="2615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a:stCxn id="206" idx="7"/>
            <a:endCxn id="208" idx="2"/>
          </p:cNvCxnSpPr>
          <p:nvPr/>
        </p:nvCxnSpPr>
        <p:spPr>
          <a:xfrm flipV="1">
            <a:off x="3348488" y="3482308"/>
            <a:ext cx="970165" cy="114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a:stCxn id="206" idx="3"/>
          </p:cNvCxnSpPr>
          <p:nvPr/>
        </p:nvCxnSpPr>
        <p:spPr>
          <a:xfrm flipH="1">
            <a:off x="2854098" y="3720567"/>
            <a:ext cx="371001" cy="10926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a:stCxn id="204" idx="3"/>
          </p:cNvCxnSpPr>
          <p:nvPr/>
        </p:nvCxnSpPr>
        <p:spPr>
          <a:xfrm flipV="1">
            <a:off x="4913881"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a:stCxn id="206" idx="5"/>
          </p:cNvCxnSpPr>
          <p:nvPr/>
        </p:nvCxnSpPr>
        <p:spPr>
          <a:xfrm>
            <a:off x="3348488" y="3720567"/>
            <a:ext cx="1620160" cy="9402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a:stCxn id="208" idx="4"/>
          </p:cNvCxnSpPr>
          <p:nvPr/>
        </p:nvCxnSpPr>
        <p:spPr>
          <a:xfrm>
            <a:off x="4443671" y="3607326"/>
            <a:ext cx="505927" cy="1034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p:cNvSpPr/>
          <p:nvPr/>
        </p:nvSpPr>
        <p:spPr>
          <a:xfrm>
            <a:off x="4891220"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a:off x="5497322"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p:cNvSpPr/>
          <p:nvPr/>
        </p:nvSpPr>
        <p:spPr>
          <a:xfrm>
            <a:off x="3199545" y="357162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a:off x="4318653" y="3357290"/>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9" name="直接连接符 208"/>
          <p:cNvCxnSpPr>
            <a:endCxn id="204" idx="4"/>
          </p:cNvCxnSpPr>
          <p:nvPr/>
        </p:nvCxnSpPr>
        <p:spPr>
          <a:xfrm flipV="1">
            <a:off x="4378098" y="4768652"/>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a:stCxn id="165" idx="4"/>
            <a:endCxn id="206" idx="1"/>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a:cxnSpLocks/>
            <a:endCxn id="204" idx="2"/>
          </p:cNvCxnSpPr>
          <p:nvPr/>
        </p:nvCxnSpPr>
        <p:spPr>
          <a:xfrm flipV="1">
            <a:off x="2899380" y="4691284"/>
            <a:ext cx="1991840" cy="1320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a:cxnSpLocks/>
            <a:stCxn id="204" idx="6"/>
          </p:cNvCxnSpPr>
          <p:nvPr/>
        </p:nvCxnSpPr>
        <p:spPr>
          <a:xfrm>
            <a:off x="5045956" y="4691284"/>
            <a:ext cx="1202986" cy="2571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a:cxnSpLocks/>
            <a:stCxn id="205" idx="5"/>
          </p:cNvCxnSpPr>
          <p:nvPr/>
        </p:nvCxnSpPr>
        <p:spPr>
          <a:xfrm>
            <a:off x="5619211" y="4149630"/>
            <a:ext cx="597673" cy="721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6" name="椭圆 215"/>
          <p:cNvSpPr/>
          <p:nvPr/>
        </p:nvSpPr>
        <p:spPr>
          <a:xfrm>
            <a:off x="6445422" y="5322724"/>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椭圆 218"/>
          <p:cNvSpPr/>
          <p:nvPr/>
        </p:nvSpPr>
        <p:spPr>
          <a:xfrm flipH="1">
            <a:off x="6553201" y="1400811"/>
            <a:ext cx="214413" cy="214413"/>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0" name="直接连接符 219"/>
          <p:cNvCxnSpPr>
            <a:stCxn id="202" idx="5"/>
            <a:endCxn id="151"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3" name="椭圆 222"/>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p:cNvSpPr/>
          <p:nvPr/>
        </p:nvSpPr>
        <p:spPr>
          <a:xfrm>
            <a:off x="958024" y="2489770"/>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p:cNvSpPr/>
          <p:nvPr/>
        </p:nvSpPr>
        <p:spPr>
          <a:xfrm>
            <a:off x="267945" y="347334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7" name="直接连接符 226"/>
          <p:cNvCxnSpPr>
            <a:stCxn id="225" idx="0"/>
            <a:endCxn id="224" idx="3"/>
          </p:cNvCxnSpPr>
          <p:nvPr/>
        </p:nvCxnSpPr>
        <p:spPr>
          <a:xfrm flipV="1">
            <a:off x="392963" y="2638713"/>
            <a:ext cx="590615" cy="834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a:cxnSpLocks/>
            <a:stCxn id="225" idx="5"/>
          </p:cNvCxnSpPr>
          <p:nvPr/>
        </p:nvCxnSpPr>
        <p:spPr>
          <a:xfrm>
            <a:off x="481364" y="3686766"/>
            <a:ext cx="2238624" cy="11365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6" name="文本框 255"/>
          <p:cNvSpPr txBox="1"/>
          <p:nvPr/>
        </p:nvSpPr>
        <p:spPr>
          <a:xfrm>
            <a:off x="4166385" y="400259"/>
            <a:ext cx="3897747" cy="707886"/>
          </a:xfrm>
          <a:prstGeom prst="rect">
            <a:avLst/>
          </a:prstGeom>
          <a:noFill/>
        </p:spPr>
        <p:txBody>
          <a:bodyPr wrap="square" rtlCol="0">
            <a:spAutoFit/>
          </a:bodyPr>
          <a:lstStyle/>
          <a:p>
            <a:pPr algn="ctr"/>
            <a:r>
              <a:rPr lang="en-US" altLang="zh-CN" sz="4000"/>
              <a:t>Motivation</a:t>
            </a:r>
            <a:endParaRPr lang="zh-CN" altLang="en-US" sz="4000"/>
          </a:p>
        </p:txBody>
      </p:sp>
      <p:sp>
        <p:nvSpPr>
          <p:cNvPr id="2" name="AutoShape 2">
            <a:extLst>
              <a:ext uri="{FF2B5EF4-FFF2-40B4-BE49-F238E27FC236}">
                <a16:creationId xmlns:a16="http://schemas.microsoft.com/office/drawing/2014/main" id="{10611B7D-1407-3308-A5C6-AE5EC6882D8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文本框 11">
            <a:extLst>
              <a:ext uri="{FF2B5EF4-FFF2-40B4-BE49-F238E27FC236}">
                <a16:creationId xmlns:a16="http://schemas.microsoft.com/office/drawing/2014/main" id="{1B05C7D6-D708-43BB-52AB-87C544C5349E}"/>
              </a:ext>
            </a:extLst>
          </p:cNvPr>
          <p:cNvSpPr txBox="1"/>
          <p:nvPr/>
        </p:nvSpPr>
        <p:spPr>
          <a:xfrm>
            <a:off x="1340861" y="1247135"/>
            <a:ext cx="10069135" cy="3970318"/>
          </a:xfrm>
          <a:prstGeom prst="rect">
            <a:avLst/>
          </a:prstGeom>
          <a:noFill/>
        </p:spPr>
        <p:txBody>
          <a:bodyPr wrap="square" rtlCol="0">
            <a:spAutoFit/>
          </a:bodyPr>
          <a:lstStyle/>
          <a:p>
            <a:r>
              <a:rPr lang="en-US" altLang="zh-CN" sz="2800"/>
              <a:t>I want to use large language model for real time translation.</a:t>
            </a:r>
          </a:p>
          <a:p>
            <a:endParaRPr lang="en-US" altLang="zh-CN" sz="2800"/>
          </a:p>
          <a:p>
            <a:endParaRPr lang="en-US" altLang="zh-CN" sz="2800"/>
          </a:p>
          <a:p>
            <a:endParaRPr lang="en-US" altLang="zh-CN" sz="2800"/>
          </a:p>
          <a:p>
            <a:endParaRPr lang="en-US" altLang="zh-CN" sz="2800"/>
          </a:p>
          <a:p>
            <a:endParaRPr lang="en-US" altLang="zh-CN" sz="2800"/>
          </a:p>
          <a:p>
            <a:endParaRPr lang="en-US" altLang="zh-CN" sz="2800"/>
          </a:p>
          <a:p>
            <a:endParaRPr lang="en-US" altLang="zh-CN" sz="2800"/>
          </a:p>
          <a:p>
            <a:endParaRPr lang="en-US" altLang="zh-CN" sz="2800"/>
          </a:p>
        </p:txBody>
      </p:sp>
      <p:pic>
        <p:nvPicPr>
          <p:cNvPr id="4" name="图片 3">
            <a:extLst>
              <a:ext uri="{FF2B5EF4-FFF2-40B4-BE49-F238E27FC236}">
                <a16:creationId xmlns:a16="http://schemas.microsoft.com/office/drawing/2014/main" id="{0C7AF9FE-2389-84B1-38BC-86E5D7AFF591}"/>
              </a:ext>
            </a:extLst>
          </p:cNvPr>
          <p:cNvPicPr>
            <a:picLocks noChangeAspect="1"/>
          </p:cNvPicPr>
          <p:nvPr/>
        </p:nvPicPr>
        <p:blipFill>
          <a:blip r:embed="rId3"/>
          <a:srcRect r="16913"/>
          <a:stretch/>
        </p:blipFill>
        <p:spPr>
          <a:xfrm>
            <a:off x="6205121" y="2056938"/>
            <a:ext cx="5643472" cy="3286953"/>
          </a:xfrm>
          <a:prstGeom prst="rect">
            <a:avLst/>
          </a:prstGeom>
        </p:spPr>
      </p:pic>
      <p:sp>
        <p:nvSpPr>
          <p:cNvPr id="6" name="文本框 5">
            <a:extLst>
              <a:ext uri="{FF2B5EF4-FFF2-40B4-BE49-F238E27FC236}">
                <a16:creationId xmlns:a16="http://schemas.microsoft.com/office/drawing/2014/main" id="{0BC15D4B-7260-7962-9E6A-D9953B3CB1F1}"/>
              </a:ext>
            </a:extLst>
          </p:cNvPr>
          <p:cNvSpPr txBox="1"/>
          <p:nvPr/>
        </p:nvSpPr>
        <p:spPr>
          <a:xfrm>
            <a:off x="1106967" y="2361402"/>
            <a:ext cx="5028232" cy="2677656"/>
          </a:xfrm>
          <a:prstGeom prst="rect">
            <a:avLst/>
          </a:prstGeom>
          <a:noFill/>
        </p:spPr>
        <p:txBody>
          <a:bodyPr wrap="square" rtlCol="0">
            <a:spAutoFit/>
          </a:bodyPr>
          <a:lstStyle/>
          <a:p>
            <a:r>
              <a:rPr lang="en-US" altLang="zh-CN" sz="2800"/>
              <a:t>The advantage of offline LLMs:</a:t>
            </a:r>
          </a:p>
          <a:p>
            <a:pPr marL="342900" indent="-342900">
              <a:buFont typeface="Arial" panose="020B0604020202020204" pitchFamily="34" charset="0"/>
              <a:buChar char="•"/>
            </a:pPr>
            <a:r>
              <a:rPr lang="en-US" altLang="zh-CN" sz="2800"/>
              <a:t>Fast and convience</a:t>
            </a:r>
          </a:p>
          <a:p>
            <a:pPr marL="342900" indent="-342900">
              <a:buFont typeface="Arial" panose="020B0604020202020204" pitchFamily="34" charset="0"/>
              <a:buChar char="•"/>
            </a:pPr>
            <a:r>
              <a:rPr lang="en-US" altLang="zh-CN" sz="2800"/>
              <a:t>Private</a:t>
            </a:r>
          </a:p>
          <a:p>
            <a:pPr marL="342900" indent="-342900">
              <a:buFont typeface="Arial" panose="020B0604020202020204" pitchFamily="34" charset="0"/>
              <a:buChar char="•"/>
            </a:pPr>
            <a:r>
              <a:rPr lang="en-US" altLang="zh-CN" sz="2800"/>
              <a:t>Without internet</a:t>
            </a:r>
          </a:p>
          <a:p>
            <a:pPr marL="342900" indent="-342900">
              <a:buFont typeface="Arial" panose="020B0604020202020204" pitchFamily="34" charset="0"/>
              <a:buChar char="•"/>
            </a:pPr>
            <a:r>
              <a:rPr lang="en-US" altLang="zh-CN" sz="2800"/>
              <a:t>Cost Efficiency</a:t>
            </a:r>
          </a:p>
          <a:p>
            <a:pPr marL="342900" indent="-342900">
              <a:buFont typeface="Arial" panose="020B0604020202020204" pitchFamily="34" charset="0"/>
              <a:buChar char="•"/>
            </a:pPr>
            <a:r>
              <a:rPr lang="en-US" altLang="zh-CN" sz="2800"/>
              <a:t>Customization</a:t>
            </a:r>
          </a:p>
        </p:txBody>
      </p:sp>
      <p:sp>
        <p:nvSpPr>
          <p:cNvPr id="8" name="文本框 7">
            <a:extLst>
              <a:ext uri="{FF2B5EF4-FFF2-40B4-BE49-F238E27FC236}">
                <a16:creationId xmlns:a16="http://schemas.microsoft.com/office/drawing/2014/main" id="{00EB0872-BFF0-C1D1-96C2-2ED553C2CC23}"/>
              </a:ext>
            </a:extLst>
          </p:cNvPr>
          <p:cNvSpPr txBox="1"/>
          <p:nvPr/>
        </p:nvSpPr>
        <p:spPr>
          <a:xfrm>
            <a:off x="1155644" y="5631492"/>
            <a:ext cx="10186596" cy="1077218"/>
          </a:xfrm>
          <a:prstGeom prst="rect">
            <a:avLst/>
          </a:prstGeom>
          <a:noFill/>
        </p:spPr>
        <p:txBody>
          <a:bodyPr wrap="square">
            <a:spAutoFit/>
          </a:bodyPr>
          <a:lstStyle/>
          <a:p>
            <a:pPr algn="l"/>
            <a:r>
              <a:rPr lang="en-US" altLang="zh-CN" sz="3200" i="1">
                <a:solidFill>
                  <a:srgbClr val="181C1F"/>
                </a:solidFill>
                <a:effectLst/>
                <a:latin typeface="Consolas" panose="020B0609020204030204" pitchFamily="49" charset="0"/>
              </a:rPr>
              <a:t>The server is busy. Please try again later.</a:t>
            </a:r>
          </a:p>
          <a:p>
            <a:pPr algn="l"/>
            <a:r>
              <a:rPr lang="en-US" altLang="zh-CN" sz="3200" i="1">
                <a:solidFill>
                  <a:srgbClr val="181C1F"/>
                </a:solidFill>
                <a:latin typeface="Consolas" panose="020B0609020204030204" pitchFamily="49" charset="0"/>
              </a:rPr>
              <a:t>							---DeepSeek</a:t>
            </a:r>
            <a:endParaRPr lang="en-US" altLang="zh-CN" sz="3200" i="1">
              <a:solidFill>
                <a:srgbClr val="181C1F"/>
              </a:solidFill>
              <a:effectLst/>
              <a:latin typeface="Consolas" panose="020B0609020204030204" pitchFamily="49" charset="0"/>
            </a:endParaRPr>
          </a:p>
        </p:txBody>
      </p:sp>
    </p:spTree>
    <p:extLst>
      <p:ext uri="{BB962C8B-B14F-4D97-AF65-F5344CB8AC3E}">
        <p14:creationId xmlns:p14="http://schemas.microsoft.com/office/powerpoint/2010/main" val="3238862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a:extLst>
            <a:ext uri="{FF2B5EF4-FFF2-40B4-BE49-F238E27FC236}">
              <a16:creationId xmlns:a16="http://schemas.microsoft.com/office/drawing/2014/main" id="{DFA12025-9769-B1D8-0A57-729EA4B9E26C}"/>
            </a:ext>
          </a:extLst>
        </p:cNvPr>
        <p:cNvGrpSpPr/>
        <p:nvPr/>
      </p:nvGrpSpPr>
      <p:grpSpPr>
        <a:xfrm>
          <a:off x="0" y="0"/>
          <a:ext cx="0" cy="0"/>
          <a:chOff x="0" y="0"/>
          <a:chExt cx="0" cy="0"/>
        </a:xfrm>
      </p:grpSpPr>
      <p:cxnSp>
        <p:nvCxnSpPr>
          <p:cNvPr id="100" name="直接连接符 99">
            <a:extLst>
              <a:ext uri="{FF2B5EF4-FFF2-40B4-BE49-F238E27FC236}">
                <a16:creationId xmlns:a16="http://schemas.microsoft.com/office/drawing/2014/main" id="{2B90F1A7-8E0F-B3AA-9B2E-FF8017F4E25E}"/>
              </a:ext>
            </a:extLst>
          </p:cNvPr>
          <p:cNvCxnSpPr>
            <a:stCxn id="224" idx="7"/>
            <a:endCxn id="165" idx="1"/>
          </p:cNvCxnSpPr>
          <p:nvPr/>
        </p:nvCxnSpPr>
        <p:spPr>
          <a:xfrm>
            <a:off x="1106967" y="2515324"/>
            <a:ext cx="1654357" cy="410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BD52C95C-34E3-3564-3CC1-1D6A7856A690}"/>
              </a:ext>
            </a:extLst>
          </p:cNvPr>
          <p:cNvCxnSpPr>
            <a:cxnSpLocks/>
            <a:endCxn id="223"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BF1C90-A33F-13FD-DC56-0B53DD25B763}"/>
              </a:ext>
            </a:extLst>
          </p:cNvPr>
          <p:cNvCxnSpPr>
            <a:endCxn id="155" idx="0"/>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BC0E397F-B630-B056-B696-7D338B78C1F2}"/>
              </a:ext>
            </a:extLst>
          </p:cNvPr>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3411C819-5D1B-FAF8-CCC0-8B17E97A34A8}"/>
              </a:ext>
            </a:extLst>
          </p:cNvPr>
          <p:cNvCxnSpPr>
            <a:cxnSpLocks/>
            <a:endCxn id="126"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347A4316-219B-AEE6-9AF1-C04B7D1269C9}"/>
              </a:ext>
            </a:extLst>
          </p:cNvPr>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BAAE940-912F-187D-6106-A5EE04BD238D}"/>
              </a:ext>
            </a:extLst>
          </p:cNvPr>
          <p:cNvCxnSpPr>
            <a:stCxn id="125" idx="4"/>
            <a:endCxn id="154" idx="0"/>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椭圆 124">
            <a:extLst>
              <a:ext uri="{FF2B5EF4-FFF2-40B4-BE49-F238E27FC236}">
                <a16:creationId xmlns:a16="http://schemas.microsoft.com/office/drawing/2014/main" id="{6ACB0627-2973-48C4-FD87-4F8B6330C7DD}"/>
              </a:ext>
            </a:extLst>
          </p:cNvPr>
          <p:cNvSpPr/>
          <p:nvPr/>
        </p:nvSpPr>
        <p:spPr>
          <a:xfrm flipH="1">
            <a:off x="8244832" y="245548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09E5EFA5-3552-851B-8177-C7B04A58FAFB}"/>
              </a:ext>
            </a:extLst>
          </p:cNvPr>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 name="直接连接符 126">
            <a:extLst>
              <a:ext uri="{FF2B5EF4-FFF2-40B4-BE49-F238E27FC236}">
                <a16:creationId xmlns:a16="http://schemas.microsoft.com/office/drawing/2014/main" id="{36505D15-A36B-3725-7540-49148612A2FA}"/>
              </a:ext>
            </a:extLst>
          </p:cNvPr>
          <p:cNvCxnSpPr>
            <a:stCxn id="125" idx="3"/>
            <a:endCxn id="126"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71ED756E-FCE8-D7C3-2375-8DED3E0F3360}"/>
              </a:ext>
            </a:extLst>
          </p:cNvPr>
          <p:cNvCxnSpPr>
            <a:endCxn id="155" idx="6"/>
          </p:cNvCxnSpPr>
          <p:nvPr/>
        </p:nvCxnSpPr>
        <p:spPr>
          <a:xfrm flipV="1">
            <a:off x="6594375" y="3526446"/>
            <a:ext cx="1057098" cy="5499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F997D313-EAAD-B844-AD87-8829C4A701BD}"/>
              </a:ext>
            </a:extLst>
          </p:cNvPr>
          <p:cNvCxnSpPr>
            <a:stCxn id="125" idx="0"/>
            <a:endCxn id="133" idx="3"/>
          </p:cNvCxnSpPr>
          <p:nvPr/>
        </p:nvCxnSpPr>
        <p:spPr>
          <a:xfrm flipH="1" flipV="1">
            <a:off x="7839239" y="1505772"/>
            <a:ext cx="530611" cy="9497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FDC1DE34-EBE6-BD9D-92AC-34D83BAA4496}"/>
              </a:ext>
            </a:extLst>
          </p:cNvPr>
          <p:cNvCxnSpPr>
            <a:cxnSpLocks/>
            <a:endCxn id="151"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C3F67BE5-E05F-BBF7-37BA-A28CFBE7EA8D}"/>
              </a:ext>
            </a:extLst>
          </p:cNvPr>
          <p:cNvCxnSpPr>
            <a:stCxn id="219" idx="2"/>
            <a:endCxn id="133" idx="7"/>
          </p:cNvCxnSpPr>
          <p:nvPr/>
        </p:nvCxnSpPr>
        <p:spPr>
          <a:xfrm flipV="1">
            <a:off x="6767614" y="1382383"/>
            <a:ext cx="948236" cy="1256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A664D8C6-FC2E-426F-3CB6-C6FECF189468}"/>
              </a:ext>
            </a:extLst>
          </p:cNvPr>
          <p:cNvCxnSpPr>
            <a:cxnSpLocks/>
            <a:endCxn id="133" idx="4"/>
          </p:cNvCxnSpPr>
          <p:nvPr/>
        </p:nvCxnSpPr>
        <p:spPr>
          <a:xfrm flipV="1">
            <a:off x="7749687" y="1531326"/>
            <a:ext cx="27857" cy="10106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03BED7D2-37F1-1CAA-8080-3DDFBA9C001D}"/>
              </a:ext>
            </a:extLst>
          </p:cNvPr>
          <p:cNvSpPr/>
          <p:nvPr/>
        </p:nvSpPr>
        <p:spPr>
          <a:xfrm flipH="1">
            <a:off x="7690296" y="135682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a:extLst>
              <a:ext uri="{FF2B5EF4-FFF2-40B4-BE49-F238E27FC236}">
                <a16:creationId xmlns:a16="http://schemas.microsoft.com/office/drawing/2014/main" id="{8D482427-8322-E4C1-A94C-59CF44A522A1}"/>
              </a:ext>
            </a:extLst>
          </p:cNvPr>
          <p:cNvCxnSpPr>
            <a:stCxn id="219" idx="4"/>
          </p:cNvCxnSpPr>
          <p:nvPr/>
        </p:nvCxnSpPr>
        <p:spPr>
          <a:xfrm flipH="1">
            <a:off x="6502403" y="1615224"/>
            <a:ext cx="158004" cy="7441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F7CC5267-5412-B7D4-812B-18F1EAC1C6B7}"/>
              </a:ext>
            </a:extLst>
          </p:cNvPr>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7621402F-8C2E-18A9-7AF9-7BEBA9D25311}"/>
              </a:ext>
            </a:extLst>
          </p:cNvPr>
          <p:cNvCxnSpPr>
            <a:endCxn id="155" idx="7"/>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06F9BD3E-18E0-8ECC-4A4D-FC9DAAAA0C80}"/>
              </a:ext>
            </a:extLst>
          </p:cNvPr>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9730102F-784E-B6C7-B797-35DCF63C6077}"/>
              </a:ext>
            </a:extLst>
          </p:cNvPr>
          <p:cNvCxnSpPr>
            <a:cxnSpLocks/>
            <a:stCxn id="219" idx="3"/>
          </p:cNvCxnSpPr>
          <p:nvPr/>
        </p:nvCxnSpPr>
        <p:spPr>
          <a:xfrm>
            <a:off x="6736214" y="1583824"/>
            <a:ext cx="950048" cy="9844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CE0602F6-5915-595E-5A87-A2E1EEA31CFE}"/>
              </a:ext>
            </a:extLst>
          </p:cNvPr>
          <p:cNvCxnSpPr>
            <a:stCxn id="126" idx="2"/>
            <a:endCxn id="149" idx="6"/>
          </p:cNvCxnSpPr>
          <p:nvPr/>
        </p:nvCxnSpPr>
        <p:spPr>
          <a:xfrm>
            <a:off x="9916317" y="3343266"/>
            <a:ext cx="1493679" cy="1189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AC34269C-DEE4-0C53-04DA-EE332FF370B7}"/>
              </a:ext>
            </a:extLst>
          </p:cNvPr>
          <p:cNvCxnSpPr>
            <a:cxnSpLocks/>
            <a:endCxn id="126" idx="5"/>
          </p:cNvCxnSpPr>
          <p:nvPr/>
        </p:nvCxnSpPr>
        <p:spPr>
          <a:xfrm flipV="1">
            <a:off x="9366141" y="3393754"/>
            <a:ext cx="428287" cy="13661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D83AD1F9-19C8-8155-E8AC-D9FDF4729B42}"/>
              </a:ext>
            </a:extLst>
          </p:cNvPr>
          <p:cNvCxnSpPr>
            <a:cxnSpLocks/>
            <a:endCxn id="126"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478F5147-7FA4-CBA3-3A73-585CFFD9194C}"/>
              </a:ext>
            </a:extLst>
          </p:cNvPr>
          <p:cNvCxnSpPr>
            <a:stCxn id="154" idx="2"/>
            <a:endCxn id="126" idx="4"/>
          </p:cNvCxnSpPr>
          <p:nvPr/>
        </p:nvCxnSpPr>
        <p:spPr>
          <a:xfrm flipV="1">
            <a:off x="8680198" y="3414667"/>
            <a:ext cx="1164718" cy="5258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6595E132-8416-0BBB-8A7B-7696C2B60B44}"/>
              </a:ext>
            </a:extLst>
          </p:cNvPr>
          <p:cNvCxnSpPr>
            <a:stCxn id="154" idx="6"/>
            <a:endCxn id="155" idx="3"/>
          </p:cNvCxnSpPr>
          <p:nvPr/>
        </p:nvCxnSpPr>
        <p:spPr>
          <a:xfrm flipH="1" flipV="1">
            <a:off x="7864892" y="3614847"/>
            <a:ext cx="640809" cy="3256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8C289FA8-44EA-E157-7C7A-405DEC8B276F}"/>
              </a:ext>
            </a:extLst>
          </p:cNvPr>
          <p:cNvCxnSpPr>
            <a:stCxn id="154" idx="3"/>
          </p:cNvCxnSpPr>
          <p:nvPr/>
        </p:nvCxnSpPr>
        <p:spPr>
          <a:xfrm>
            <a:off x="8654644" y="4002187"/>
            <a:ext cx="603658" cy="810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E0415E9D-5A53-572F-8DAB-8C895F70FEC6}"/>
              </a:ext>
            </a:extLst>
          </p:cNvPr>
          <p:cNvCxnSpPr>
            <a:stCxn id="152" idx="3"/>
          </p:cNvCxnSpPr>
          <p:nvPr/>
        </p:nvCxnSpPr>
        <p:spPr>
          <a:xfrm flipH="1" flipV="1">
            <a:off x="6553202"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7557FE93-CF0B-B51B-CCEC-3D7FBC7C8A90}"/>
              </a:ext>
            </a:extLst>
          </p:cNvPr>
          <p:cNvCxnSpPr>
            <a:stCxn id="154" idx="5"/>
          </p:cNvCxnSpPr>
          <p:nvPr/>
        </p:nvCxnSpPr>
        <p:spPr>
          <a:xfrm flipH="1">
            <a:off x="7143752" y="4002187"/>
            <a:ext cx="1387503" cy="658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C34C8761-FB6C-69F8-C8CA-61C14ED6629F}"/>
              </a:ext>
            </a:extLst>
          </p:cNvPr>
          <p:cNvCxnSpPr>
            <a:stCxn id="155" idx="4"/>
          </p:cNvCxnSpPr>
          <p:nvPr/>
        </p:nvCxnSpPr>
        <p:spPr>
          <a:xfrm flipH="1">
            <a:off x="7162802" y="3651464"/>
            <a:ext cx="613689" cy="9902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9" name="椭圆 148">
            <a:extLst>
              <a:ext uri="{FF2B5EF4-FFF2-40B4-BE49-F238E27FC236}">
                <a16:creationId xmlns:a16="http://schemas.microsoft.com/office/drawing/2014/main" id="{A9ACF051-B65C-FDCB-D654-EE2889B1D43B}"/>
              </a:ext>
            </a:extLst>
          </p:cNvPr>
          <p:cNvSpPr/>
          <p:nvPr/>
        </p:nvSpPr>
        <p:spPr>
          <a:xfrm flipH="1">
            <a:off x="11409996" y="333717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a:extLst>
              <a:ext uri="{FF2B5EF4-FFF2-40B4-BE49-F238E27FC236}">
                <a16:creationId xmlns:a16="http://schemas.microsoft.com/office/drawing/2014/main" id="{094A31D2-9055-CD76-322D-061C2BB1BF97}"/>
              </a:ext>
            </a:extLst>
          </p:cNvPr>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a:extLst>
              <a:ext uri="{FF2B5EF4-FFF2-40B4-BE49-F238E27FC236}">
                <a16:creationId xmlns:a16="http://schemas.microsoft.com/office/drawing/2014/main" id="{DBA8A6D7-D324-14FA-552D-39DC4BB2427A}"/>
              </a:ext>
            </a:extLst>
          </p:cNvPr>
          <p:cNvSpPr/>
          <p:nvPr/>
        </p:nvSpPr>
        <p:spPr>
          <a:xfrm flipH="1">
            <a:off x="7066444"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a:extLst>
              <a:ext uri="{FF2B5EF4-FFF2-40B4-BE49-F238E27FC236}">
                <a16:creationId xmlns:a16="http://schemas.microsoft.com/office/drawing/2014/main" id="{3DC70E33-838F-7497-B355-0915921B8FE9}"/>
              </a:ext>
            </a:extLst>
          </p:cNvPr>
          <p:cNvSpPr/>
          <p:nvPr/>
        </p:nvSpPr>
        <p:spPr>
          <a:xfrm flipH="1">
            <a:off x="6472276"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a:extLst>
              <a:ext uri="{FF2B5EF4-FFF2-40B4-BE49-F238E27FC236}">
                <a16:creationId xmlns:a16="http://schemas.microsoft.com/office/drawing/2014/main" id="{B9054F03-28B5-5AC6-3F09-469D4EA7CAAC}"/>
              </a:ext>
            </a:extLst>
          </p:cNvPr>
          <p:cNvSpPr/>
          <p:nvPr/>
        </p:nvSpPr>
        <p:spPr>
          <a:xfrm flipH="1">
            <a:off x="8505701" y="385324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a:extLst>
              <a:ext uri="{FF2B5EF4-FFF2-40B4-BE49-F238E27FC236}">
                <a16:creationId xmlns:a16="http://schemas.microsoft.com/office/drawing/2014/main" id="{2775886B-5505-51DD-3778-D148DF7D01D6}"/>
              </a:ext>
            </a:extLst>
          </p:cNvPr>
          <p:cNvSpPr/>
          <p:nvPr/>
        </p:nvSpPr>
        <p:spPr>
          <a:xfrm flipH="1">
            <a:off x="7651473" y="3401428"/>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连接符 155">
            <a:extLst>
              <a:ext uri="{FF2B5EF4-FFF2-40B4-BE49-F238E27FC236}">
                <a16:creationId xmlns:a16="http://schemas.microsoft.com/office/drawing/2014/main" id="{CE0FC29B-1CD5-FA98-DA8C-C76B1D940062}"/>
              </a:ext>
            </a:extLst>
          </p:cNvPr>
          <p:cNvCxnSpPr>
            <a:cxnSpLocks/>
            <a:stCxn id="152" idx="6"/>
          </p:cNvCxnSpPr>
          <p:nvPr/>
        </p:nvCxnSpPr>
        <p:spPr>
          <a:xfrm flipH="1">
            <a:off x="6435792" y="4691284"/>
            <a:ext cx="630652" cy="1797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FDEFA630-C9C6-E808-9491-673120E40A5E}"/>
              </a:ext>
            </a:extLst>
          </p:cNvPr>
          <p:cNvCxnSpPr>
            <a:cxnSpLocks/>
            <a:stCxn id="153" idx="5"/>
          </p:cNvCxnSpPr>
          <p:nvPr/>
        </p:nvCxnSpPr>
        <p:spPr>
          <a:xfrm flipH="1">
            <a:off x="6326338" y="4149630"/>
            <a:ext cx="166851" cy="611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764F682F-03EB-AD6E-63AF-BCCE0FF7EC84}"/>
              </a:ext>
            </a:extLst>
          </p:cNvPr>
          <p:cNvCxnSpPr>
            <a:endCxn id="207"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DD390D3F-DD72-A330-F2CA-09B578B24F99}"/>
              </a:ext>
            </a:extLst>
          </p:cNvPr>
          <p:cNvCxnSpPr>
            <a:stCxn id="152" idx="6"/>
          </p:cNvCxnSpPr>
          <p:nvPr/>
        </p:nvCxnSpPr>
        <p:spPr>
          <a:xfrm flipH="1">
            <a:off x="6496052" y="4691284"/>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EE2F9838-A77B-BFE7-64FC-426CFC9B5F22}"/>
              </a:ext>
            </a:extLst>
          </p:cNvPr>
          <p:cNvCxnSpPr>
            <a:cxnSpLocks/>
          </p:cNvCxnSpPr>
          <p:nvPr/>
        </p:nvCxnSpPr>
        <p:spPr>
          <a:xfrm flipH="1" flipV="1">
            <a:off x="6326338" y="4980443"/>
            <a:ext cx="169714" cy="421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41ABC24C-7B23-8D4D-D34B-2D8A5B063CEC}"/>
              </a:ext>
            </a:extLst>
          </p:cNvPr>
          <p:cNvCxnSpPr>
            <a:cxnSpLocks/>
            <a:endCxn id="149" idx="4"/>
          </p:cNvCxnSpPr>
          <p:nvPr/>
        </p:nvCxnSpPr>
        <p:spPr>
          <a:xfrm flipV="1">
            <a:off x="10776717" y="3587213"/>
            <a:ext cx="758297" cy="6155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4E772053-004F-0387-072C-49F3F76563EC}"/>
              </a:ext>
            </a:extLst>
          </p:cNvPr>
          <p:cNvCxnSpPr>
            <a:cxnSpLocks/>
            <a:endCxn id="165"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5" name="椭圆 164">
            <a:extLst>
              <a:ext uri="{FF2B5EF4-FFF2-40B4-BE49-F238E27FC236}">
                <a16:creationId xmlns:a16="http://schemas.microsoft.com/office/drawing/2014/main" id="{BCCC0513-1EFD-B92F-7C9E-BAE1835DEB4F}"/>
              </a:ext>
            </a:extLst>
          </p:cNvPr>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a:extLst>
              <a:ext uri="{FF2B5EF4-FFF2-40B4-BE49-F238E27FC236}">
                <a16:creationId xmlns:a16="http://schemas.microsoft.com/office/drawing/2014/main" id="{2E21FCAA-BDB7-1CB6-ED13-A01330EB7C6C}"/>
              </a:ext>
            </a:extLst>
          </p:cNvPr>
          <p:cNvSpPr/>
          <p:nvPr/>
        </p:nvSpPr>
        <p:spPr>
          <a:xfrm>
            <a:off x="1432151" y="319282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a:extLst>
              <a:ext uri="{FF2B5EF4-FFF2-40B4-BE49-F238E27FC236}">
                <a16:creationId xmlns:a16="http://schemas.microsoft.com/office/drawing/2014/main" id="{2117FFA5-7DE5-C38A-2115-8E022B85ED39}"/>
              </a:ext>
            </a:extLst>
          </p:cNvPr>
          <p:cNvCxnSpPr>
            <a:stCxn id="165" idx="2"/>
            <a:endCxn id="166" idx="5"/>
          </p:cNvCxnSpPr>
          <p:nvPr/>
        </p:nvCxnSpPr>
        <p:spPr>
          <a:xfrm flipH="1">
            <a:off x="1554040" y="3014471"/>
            <a:ext cx="1170667" cy="300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EB6A669B-7445-6486-00E9-BFC5B73381B6}"/>
              </a:ext>
            </a:extLst>
          </p:cNvPr>
          <p:cNvCxnSpPr>
            <a:endCxn id="208" idx="6"/>
          </p:cNvCxnSpPr>
          <p:nvPr/>
        </p:nvCxnSpPr>
        <p:spPr>
          <a:xfrm flipH="1" flipV="1">
            <a:off x="4568689" y="3482308"/>
            <a:ext cx="949337" cy="5940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5B2242FD-2EEF-00E0-801D-D14DC939231B}"/>
              </a:ext>
            </a:extLst>
          </p:cNvPr>
          <p:cNvCxnSpPr>
            <a:stCxn id="165" idx="0"/>
            <a:endCxn id="170"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0" name="椭圆 169">
            <a:extLst>
              <a:ext uri="{FF2B5EF4-FFF2-40B4-BE49-F238E27FC236}">
                <a16:creationId xmlns:a16="http://schemas.microsoft.com/office/drawing/2014/main" id="{5F97E615-2D20-07E1-8F5F-8D130CFF7DA6}"/>
              </a:ext>
            </a:extLst>
          </p:cNvPr>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直接连接符 171">
            <a:extLst>
              <a:ext uri="{FF2B5EF4-FFF2-40B4-BE49-F238E27FC236}">
                <a16:creationId xmlns:a16="http://schemas.microsoft.com/office/drawing/2014/main" id="{DFBAC221-65B1-333A-5797-5765519FD257}"/>
              </a:ext>
            </a:extLst>
          </p:cNvPr>
          <p:cNvCxnSpPr>
            <a:stCxn id="203" idx="2"/>
            <a:endCxn id="170"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45EA9159-335A-2C3E-DD7B-3703068A0C21}"/>
              </a:ext>
            </a:extLst>
          </p:cNvPr>
          <p:cNvCxnSpPr>
            <a:endCxn id="219" idx="5"/>
          </p:cNvCxnSpPr>
          <p:nvPr/>
        </p:nvCxnSpPr>
        <p:spPr>
          <a:xfrm flipV="1">
            <a:off x="5029427" y="1583824"/>
            <a:ext cx="1555174" cy="398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622E6B39-76BC-56F9-E1C6-3041279F1127}"/>
              </a:ext>
            </a:extLst>
          </p:cNvPr>
          <p:cNvCxnSpPr>
            <a:endCxn id="202"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F75D62A3-267F-D23D-F996-035C01F7C710}"/>
              </a:ext>
            </a:extLst>
          </p:cNvPr>
          <p:cNvCxnSpPr>
            <a:stCxn id="202"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B53854B5-5530-E3B8-2E57-DDE4160773A6}"/>
              </a:ext>
            </a:extLst>
          </p:cNvPr>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6FEC1042-50D4-5CFA-2AA9-BB807FB17441}"/>
              </a:ext>
            </a:extLst>
          </p:cNvPr>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68BC3799-B2F9-EB07-4B7A-37CD34D6E4F8}"/>
              </a:ext>
            </a:extLst>
          </p:cNvPr>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FB213B74-A857-120E-D507-CF6084B6CE8B}"/>
              </a:ext>
            </a:extLst>
          </p:cNvPr>
          <p:cNvCxnSpPr>
            <a:cxnSpLocks/>
            <a:stCxn id="203"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AFFD2C7C-87D5-667A-AED5-ACF1F3BAB445}"/>
              </a:ext>
            </a:extLst>
          </p:cNvPr>
          <p:cNvCxnSpPr>
            <a:cxnSpLocks/>
            <a:endCxn id="166" idx="4"/>
          </p:cNvCxnSpPr>
          <p:nvPr/>
        </p:nvCxnSpPr>
        <p:spPr>
          <a:xfrm flipH="1" flipV="1">
            <a:off x="1503552" y="3335623"/>
            <a:ext cx="1216436" cy="1487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38CEE4D9-E4D1-D89E-18D9-5F2B58DAFF68}"/>
              </a:ext>
            </a:extLst>
          </p:cNvPr>
          <p:cNvCxnSpPr>
            <a:stCxn id="206" idx="1"/>
            <a:endCxn id="166" idx="4"/>
          </p:cNvCxnSpPr>
          <p:nvPr/>
        </p:nvCxnSpPr>
        <p:spPr>
          <a:xfrm flipH="1" flipV="1">
            <a:off x="1503552" y="3335623"/>
            <a:ext cx="1721547" cy="2615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F8D63328-1294-B6FC-86B8-472272605D53}"/>
              </a:ext>
            </a:extLst>
          </p:cNvPr>
          <p:cNvCxnSpPr>
            <a:stCxn id="206" idx="7"/>
            <a:endCxn id="208" idx="2"/>
          </p:cNvCxnSpPr>
          <p:nvPr/>
        </p:nvCxnSpPr>
        <p:spPr>
          <a:xfrm flipV="1">
            <a:off x="3348488" y="3482308"/>
            <a:ext cx="970165" cy="114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3FABE14B-A6B6-36B6-2C8C-9A1EB7EDD1F2}"/>
              </a:ext>
            </a:extLst>
          </p:cNvPr>
          <p:cNvCxnSpPr>
            <a:stCxn id="206" idx="3"/>
          </p:cNvCxnSpPr>
          <p:nvPr/>
        </p:nvCxnSpPr>
        <p:spPr>
          <a:xfrm flipH="1">
            <a:off x="2854098" y="3720567"/>
            <a:ext cx="371001" cy="10926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C676DBD4-5B99-DDEF-C0B2-6E715D4E68D7}"/>
              </a:ext>
            </a:extLst>
          </p:cNvPr>
          <p:cNvCxnSpPr>
            <a:stCxn id="204" idx="3"/>
          </p:cNvCxnSpPr>
          <p:nvPr/>
        </p:nvCxnSpPr>
        <p:spPr>
          <a:xfrm flipV="1">
            <a:off x="4913881"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4ED2D838-43AE-0EBC-53F7-E3BA96A731D4}"/>
              </a:ext>
            </a:extLst>
          </p:cNvPr>
          <p:cNvCxnSpPr>
            <a:stCxn id="206" idx="5"/>
          </p:cNvCxnSpPr>
          <p:nvPr/>
        </p:nvCxnSpPr>
        <p:spPr>
          <a:xfrm>
            <a:off x="3348488" y="3720567"/>
            <a:ext cx="1620160" cy="9402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20BBDFB0-0029-F3AC-F945-A673D48E5B77}"/>
              </a:ext>
            </a:extLst>
          </p:cNvPr>
          <p:cNvCxnSpPr>
            <a:stCxn id="208" idx="4"/>
          </p:cNvCxnSpPr>
          <p:nvPr/>
        </p:nvCxnSpPr>
        <p:spPr>
          <a:xfrm>
            <a:off x="4443671" y="3607326"/>
            <a:ext cx="505927" cy="1034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F0BEE1FF-F4FF-25E9-3408-6457BBAEFF00}"/>
              </a:ext>
            </a:extLst>
          </p:cNvPr>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a:extLst>
              <a:ext uri="{FF2B5EF4-FFF2-40B4-BE49-F238E27FC236}">
                <a16:creationId xmlns:a16="http://schemas.microsoft.com/office/drawing/2014/main" id="{A1DF2076-B34B-9BE8-C3CC-66E10495E64D}"/>
              </a:ext>
            </a:extLst>
          </p:cNvPr>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a:extLst>
              <a:ext uri="{FF2B5EF4-FFF2-40B4-BE49-F238E27FC236}">
                <a16:creationId xmlns:a16="http://schemas.microsoft.com/office/drawing/2014/main" id="{B191D985-FC78-C87C-DF8C-3962C808DBC6}"/>
              </a:ext>
            </a:extLst>
          </p:cNvPr>
          <p:cNvSpPr/>
          <p:nvPr/>
        </p:nvSpPr>
        <p:spPr>
          <a:xfrm>
            <a:off x="4891220"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a:extLst>
              <a:ext uri="{FF2B5EF4-FFF2-40B4-BE49-F238E27FC236}">
                <a16:creationId xmlns:a16="http://schemas.microsoft.com/office/drawing/2014/main" id="{72B79E5B-98FA-82C8-0ECC-A6A355716431}"/>
              </a:ext>
            </a:extLst>
          </p:cNvPr>
          <p:cNvSpPr/>
          <p:nvPr/>
        </p:nvSpPr>
        <p:spPr>
          <a:xfrm>
            <a:off x="5497322"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a:extLst>
              <a:ext uri="{FF2B5EF4-FFF2-40B4-BE49-F238E27FC236}">
                <a16:creationId xmlns:a16="http://schemas.microsoft.com/office/drawing/2014/main" id="{0DA09EA8-0313-D20D-86E1-9B21D9A441AC}"/>
              </a:ext>
            </a:extLst>
          </p:cNvPr>
          <p:cNvSpPr/>
          <p:nvPr/>
        </p:nvSpPr>
        <p:spPr>
          <a:xfrm>
            <a:off x="3199545" y="357162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a:extLst>
              <a:ext uri="{FF2B5EF4-FFF2-40B4-BE49-F238E27FC236}">
                <a16:creationId xmlns:a16="http://schemas.microsoft.com/office/drawing/2014/main" id="{72851D59-1FD2-37D1-42DB-DFC01EEB9CD6}"/>
              </a:ext>
            </a:extLst>
          </p:cNvPr>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a:extLst>
              <a:ext uri="{FF2B5EF4-FFF2-40B4-BE49-F238E27FC236}">
                <a16:creationId xmlns:a16="http://schemas.microsoft.com/office/drawing/2014/main" id="{DFB246D9-2CF3-41DD-D15B-BBEE8D714D3D}"/>
              </a:ext>
            </a:extLst>
          </p:cNvPr>
          <p:cNvSpPr/>
          <p:nvPr/>
        </p:nvSpPr>
        <p:spPr>
          <a:xfrm>
            <a:off x="4318653" y="3357290"/>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9" name="直接连接符 208">
            <a:extLst>
              <a:ext uri="{FF2B5EF4-FFF2-40B4-BE49-F238E27FC236}">
                <a16:creationId xmlns:a16="http://schemas.microsoft.com/office/drawing/2014/main" id="{DA53D109-98B6-D13B-D6EA-9F2CEFB59960}"/>
              </a:ext>
            </a:extLst>
          </p:cNvPr>
          <p:cNvCxnSpPr>
            <a:endCxn id="204" idx="4"/>
          </p:cNvCxnSpPr>
          <p:nvPr/>
        </p:nvCxnSpPr>
        <p:spPr>
          <a:xfrm flipV="1">
            <a:off x="4378098" y="4768652"/>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2094C374-BDFF-5518-222E-C50316254769}"/>
              </a:ext>
            </a:extLst>
          </p:cNvPr>
          <p:cNvCxnSpPr>
            <a:stCxn id="165" idx="4"/>
            <a:endCxn id="206" idx="1"/>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04B18AC8-6B57-601E-71B9-A3B272A32E21}"/>
              </a:ext>
            </a:extLst>
          </p:cNvPr>
          <p:cNvCxnSpPr>
            <a:cxnSpLocks/>
            <a:endCxn id="204" idx="2"/>
          </p:cNvCxnSpPr>
          <p:nvPr/>
        </p:nvCxnSpPr>
        <p:spPr>
          <a:xfrm flipV="1">
            <a:off x="2899380" y="4691284"/>
            <a:ext cx="1991840" cy="1320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99CE8557-20FB-564A-BC1D-92E2D5947EC9}"/>
              </a:ext>
            </a:extLst>
          </p:cNvPr>
          <p:cNvCxnSpPr>
            <a:cxnSpLocks/>
            <a:stCxn id="204" idx="6"/>
          </p:cNvCxnSpPr>
          <p:nvPr/>
        </p:nvCxnSpPr>
        <p:spPr>
          <a:xfrm>
            <a:off x="5045956" y="4691284"/>
            <a:ext cx="1202986" cy="2571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2CEDF5F6-225E-E87B-8527-A04DC1EFB191}"/>
              </a:ext>
            </a:extLst>
          </p:cNvPr>
          <p:cNvCxnSpPr>
            <a:cxnSpLocks/>
            <a:stCxn id="205" idx="5"/>
          </p:cNvCxnSpPr>
          <p:nvPr/>
        </p:nvCxnSpPr>
        <p:spPr>
          <a:xfrm>
            <a:off x="5619211" y="4149630"/>
            <a:ext cx="597673" cy="721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6" name="椭圆 215">
            <a:extLst>
              <a:ext uri="{FF2B5EF4-FFF2-40B4-BE49-F238E27FC236}">
                <a16:creationId xmlns:a16="http://schemas.microsoft.com/office/drawing/2014/main" id="{FBB8EDCC-6AA8-12EA-4D5C-D7235CC05918}"/>
              </a:ext>
            </a:extLst>
          </p:cNvPr>
          <p:cNvSpPr/>
          <p:nvPr/>
        </p:nvSpPr>
        <p:spPr>
          <a:xfrm>
            <a:off x="6445422" y="5322724"/>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椭圆 218">
            <a:extLst>
              <a:ext uri="{FF2B5EF4-FFF2-40B4-BE49-F238E27FC236}">
                <a16:creationId xmlns:a16="http://schemas.microsoft.com/office/drawing/2014/main" id="{DF58285F-01F3-59C5-4850-CEA3E07C1E89}"/>
              </a:ext>
            </a:extLst>
          </p:cNvPr>
          <p:cNvSpPr/>
          <p:nvPr/>
        </p:nvSpPr>
        <p:spPr>
          <a:xfrm flipH="1">
            <a:off x="6553201" y="1400811"/>
            <a:ext cx="214413" cy="214413"/>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0" name="直接连接符 219">
            <a:extLst>
              <a:ext uri="{FF2B5EF4-FFF2-40B4-BE49-F238E27FC236}">
                <a16:creationId xmlns:a16="http://schemas.microsoft.com/office/drawing/2014/main" id="{887EF61D-0743-CB60-1E8D-DDB41C9F61D2}"/>
              </a:ext>
            </a:extLst>
          </p:cNvPr>
          <p:cNvCxnSpPr>
            <a:stCxn id="202" idx="5"/>
            <a:endCxn id="151"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3" name="椭圆 222">
            <a:extLst>
              <a:ext uri="{FF2B5EF4-FFF2-40B4-BE49-F238E27FC236}">
                <a16:creationId xmlns:a16="http://schemas.microsoft.com/office/drawing/2014/main" id="{1BC81DF3-A5D2-A8D9-0F00-AC26BB808B3C}"/>
              </a:ext>
            </a:extLst>
          </p:cNvPr>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a:extLst>
              <a:ext uri="{FF2B5EF4-FFF2-40B4-BE49-F238E27FC236}">
                <a16:creationId xmlns:a16="http://schemas.microsoft.com/office/drawing/2014/main" id="{E9711968-2BCC-312C-46BF-2CA034595923}"/>
              </a:ext>
            </a:extLst>
          </p:cNvPr>
          <p:cNvSpPr/>
          <p:nvPr/>
        </p:nvSpPr>
        <p:spPr>
          <a:xfrm>
            <a:off x="958024" y="2489770"/>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a:extLst>
              <a:ext uri="{FF2B5EF4-FFF2-40B4-BE49-F238E27FC236}">
                <a16:creationId xmlns:a16="http://schemas.microsoft.com/office/drawing/2014/main" id="{84D18580-70CE-04D7-04BE-02F2230DD5C0}"/>
              </a:ext>
            </a:extLst>
          </p:cNvPr>
          <p:cNvSpPr/>
          <p:nvPr/>
        </p:nvSpPr>
        <p:spPr>
          <a:xfrm>
            <a:off x="267945" y="347334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7" name="直接连接符 226">
            <a:extLst>
              <a:ext uri="{FF2B5EF4-FFF2-40B4-BE49-F238E27FC236}">
                <a16:creationId xmlns:a16="http://schemas.microsoft.com/office/drawing/2014/main" id="{214B8A7A-DE52-761F-EDDC-A913085C2C48}"/>
              </a:ext>
            </a:extLst>
          </p:cNvPr>
          <p:cNvCxnSpPr>
            <a:stCxn id="225" idx="0"/>
            <a:endCxn id="224" idx="3"/>
          </p:cNvCxnSpPr>
          <p:nvPr/>
        </p:nvCxnSpPr>
        <p:spPr>
          <a:xfrm flipV="1">
            <a:off x="392963" y="2638713"/>
            <a:ext cx="590615" cy="834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DAFF2326-B080-EF67-65F6-BBD0B6CBD286}"/>
              </a:ext>
            </a:extLst>
          </p:cNvPr>
          <p:cNvCxnSpPr>
            <a:cxnSpLocks/>
            <a:stCxn id="225" idx="5"/>
          </p:cNvCxnSpPr>
          <p:nvPr/>
        </p:nvCxnSpPr>
        <p:spPr>
          <a:xfrm>
            <a:off x="481364" y="3686766"/>
            <a:ext cx="2238624" cy="11365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6" name="文本框 255">
            <a:extLst>
              <a:ext uri="{FF2B5EF4-FFF2-40B4-BE49-F238E27FC236}">
                <a16:creationId xmlns:a16="http://schemas.microsoft.com/office/drawing/2014/main" id="{DCF86D78-2F9A-F3C7-0596-E01C72A3CC82}"/>
              </a:ext>
            </a:extLst>
          </p:cNvPr>
          <p:cNvSpPr txBox="1"/>
          <p:nvPr/>
        </p:nvSpPr>
        <p:spPr>
          <a:xfrm>
            <a:off x="4166385" y="400259"/>
            <a:ext cx="3897747" cy="707886"/>
          </a:xfrm>
          <a:prstGeom prst="rect">
            <a:avLst/>
          </a:prstGeom>
          <a:noFill/>
        </p:spPr>
        <p:txBody>
          <a:bodyPr wrap="square" rtlCol="0">
            <a:spAutoFit/>
          </a:bodyPr>
          <a:lstStyle/>
          <a:p>
            <a:pPr algn="ctr"/>
            <a:r>
              <a:rPr lang="en-US" altLang="zh-CN" sz="4000"/>
              <a:t>Motivation</a:t>
            </a:r>
            <a:endParaRPr lang="zh-CN" altLang="en-US" sz="4000"/>
          </a:p>
        </p:txBody>
      </p:sp>
      <p:sp>
        <p:nvSpPr>
          <p:cNvPr id="2" name="AutoShape 2">
            <a:extLst>
              <a:ext uri="{FF2B5EF4-FFF2-40B4-BE49-F238E27FC236}">
                <a16:creationId xmlns:a16="http://schemas.microsoft.com/office/drawing/2014/main" id="{5C77BBA0-84B1-1CF4-D503-4C65380A92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文本框 11">
            <a:extLst>
              <a:ext uri="{FF2B5EF4-FFF2-40B4-BE49-F238E27FC236}">
                <a16:creationId xmlns:a16="http://schemas.microsoft.com/office/drawing/2014/main" id="{CED9FE94-71A3-B61A-F3EE-D2A66669DB49}"/>
              </a:ext>
            </a:extLst>
          </p:cNvPr>
          <p:cNvSpPr txBox="1"/>
          <p:nvPr/>
        </p:nvSpPr>
        <p:spPr>
          <a:xfrm>
            <a:off x="1340861" y="1247135"/>
            <a:ext cx="10069135" cy="4401205"/>
          </a:xfrm>
          <a:prstGeom prst="rect">
            <a:avLst/>
          </a:prstGeom>
          <a:noFill/>
        </p:spPr>
        <p:txBody>
          <a:bodyPr wrap="square" rtlCol="0">
            <a:spAutoFit/>
          </a:bodyPr>
          <a:lstStyle/>
          <a:p>
            <a:r>
              <a:rPr lang="en-US" altLang="zh-CN" sz="2800"/>
              <a:t>Base models are massive, required </a:t>
            </a:r>
            <a:r>
              <a:rPr lang="en-US" altLang="zh-CN" sz="2800" b="1"/>
              <a:t>heavy computational resources</a:t>
            </a:r>
            <a:r>
              <a:rPr lang="en-US" altLang="zh-CN" sz="2800"/>
              <a:t> (GPUs/TPUs) or </a:t>
            </a:r>
            <a:r>
              <a:rPr lang="en-US" altLang="zh-CN" sz="2800" b="1"/>
              <a:t>constant internet connectivity </a:t>
            </a:r>
            <a:r>
              <a:rPr lang="en-US" altLang="zh-CN" sz="2800"/>
              <a:t>for cloud-based APIs. </a:t>
            </a:r>
            <a:r>
              <a:rPr lang="en-US" altLang="zh-CN" sz="2800" b="1"/>
              <a:t>The inference time </a:t>
            </a:r>
            <a:r>
              <a:rPr lang="en-US" altLang="zh-CN" sz="2800"/>
              <a:t>is another problem.</a:t>
            </a:r>
          </a:p>
          <a:p>
            <a:endParaRPr lang="en-US" altLang="zh-CN" sz="2800"/>
          </a:p>
          <a:p>
            <a:r>
              <a:rPr lang="en-US" altLang="zh-CN" sz="2800"/>
              <a:t>Also, LLMs provider may want users to enjoy offline benefits, but they also need to:</a:t>
            </a:r>
          </a:p>
          <a:p>
            <a:endParaRPr lang="en-US" altLang="zh-CN" sz="2800"/>
          </a:p>
          <a:p>
            <a:pPr marL="457200" indent="-457200">
              <a:buFont typeface="Arial" panose="020B0604020202020204" pitchFamily="34" charset="0"/>
              <a:buChar char="•"/>
            </a:pPr>
            <a:r>
              <a:rPr lang="en-US" altLang="zh-CN" sz="2800" b="1" i="0">
                <a:solidFill>
                  <a:srgbClr val="404040"/>
                </a:solidFill>
                <a:effectLst/>
                <a:latin typeface="DeepSeek-CJK-patch"/>
              </a:rPr>
              <a:t>Protect their copyright</a:t>
            </a:r>
          </a:p>
          <a:p>
            <a:pPr marL="457200" indent="-457200">
              <a:buFont typeface="Arial" panose="020B0604020202020204" pitchFamily="34" charset="0"/>
              <a:buChar char="•"/>
            </a:pPr>
            <a:endParaRPr lang="en-US" altLang="zh-CN" sz="2800" b="1">
              <a:solidFill>
                <a:srgbClr val="404040"/>
              </a:solidFill>
              <a:latin typeface="DeepSeek-CJK-patch"/>
            </a:endParaRPr>
          </a:p>
          <a:p>
            <a:pPr marL="457200" indent="-457200">
              <a:buFont typeface="Arial" panose="020B0604020202020204" pitchFamily="34" charset="0"/>
              <a:buChar char="•"/>
            </a:pPr>
            <a:r>
              <a:rPr lang="en-US" altLang="zh-CN" sz="2800" b="1" i="0">
                <a:solidFill>
                  <a:srgbClr val="404040"/>
                </a:solidFill>
                <a:effectLst/>
                <a:latin typeface="DeepSeek-CJK-patch"/>
              </a:rPr>
              <a:t>Allow verification</a:t>
            </a:r>
            <a:endParaRPr lang="zh-CN" altLang="en-US" sz="2800"/>
          </a:p>
        </p:txBody>
      </p:sp>
    </p:spTree>
    <p:extLst>
      <p:ext uri="{BB962C8B-B14F-4D97-AF65-F5344CB8AC3E}">
        <p14:creationId xmlns:p14="http://schemas.microsoft.com/office/powerpoint/2010/main" val="333852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a:extLst>
            <a:ext uri="{FF2B5EF4-FFF2-40B4-BE49-F238E27FC236}">
              <a16:creationId xmlns:a16="http://schemas.microsoft.com/office/drawing/2014/main" id="{ECE3FC53-8127-0975-C68D-AB7426510241}"/>
            </a:ext>
          </a:extLst>
        </p:cNvPr>
        <p:cNvGrpSpPr/>
        <p:nvPr/>
      </p:nvGrpSpPr>
      <p:grpSpPr>
        <a:xfrm>
          <a:off x="0" y="0"/>
          <a:ext cx="0" cy="0"/>
          <a:chOff x="0" y="0"/>
          <a:chExt cx="0" cy="0"/>
        </a:xfrm>
      </p:grpSpPr>
      <p:cxnSp>
        <p:nvCxnSpPr>
          <p:cNvPr id="100" name="直接连接符 99">
            <a:extLst>
              <a:ext uri="{FF2B5EF4-FFF2-40B4-BE49-F238E27FC236}">
                <a16:creationId xmlns:a16="http://schemas.microsoft.com/office/drawing/2014/main" id="{2CACC122-E511-8D59-2E57-97422A858B3E}"/>
              </a:ext>
            </a:extLst>
          </p:cNvPr>
          <p:cNvCxnSpPr>
            <a:stCxn id="224" idx="7"/>
            <a:endCxn id="165" idx="1"/>
          </p:cNvCxnSpPr>
          <p:nvPr/>
        </p:nvCxnSpPr>
        <p:spPr>
          <a:xfrm>
            <a:off x="1106967" y="2515324"/>
            <a:ext cx="1654357" cy="410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1FF5B6B0-C518-39D4-4A36-60A81DBE0460}"/>
              </a:ext>
            </a:extLst>
          </p:cNvPr>
          <p:cNvCxnSpPr>
            <a:cxnSpLocks/>
            <a:endCxn id="223"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675B3B14-9D8C-D3EC-A3A8-8B3668F7FCD6}"/>
              </a:ext>
            </a:extLst>
          </p:cNvPr>
          <p:cNvCxnSpPr>
            <a:endCxn id="155" idx="0"/>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AABBD6AF-9591-BF60-1E97-C79916C02D43}"/>
              </a:ext>
            </a:extLst>
          </p:cNvPr>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B7113B58-00F6-F533-94C1-5758FC2DDF37}"/>
              </a:ext>
            </a:extLst>
          </p:cNvPr>
          <p:cNvCxnSpPr>
            <a:cxnSpLocks/>
            <a:endCxn id="126"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FED76EA5-CA58-EB13-46C2-71456063AABD}"/>
              </a:ext>
            </a:extLst>
          </p:cNvPr>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CD2328AA-343A-EEA3-4885-E1D93D6AEBA2}"/>
              </a:ext>
            </a:extLst>
          </p:cNvPr>
          <p:cNvCxnSpPr>
            <a:stCxn id="125" idx="4"/>
            <a:endCxn id="154" idx="0"/>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椭圆 124">
            <a:extLst>
              <a:ext uri="{FF2B5EF4-FFF2-40B4-BE49-F238E27FC236}">
                <a16:creationId xmlns:a16="http://schemas.microsoft.com/office/drawing/2014/main" id="{0C9CC86F-5355-6890-E31D-19551BF69FB0}"/>
              </a:ext>
            </a:extLst>
          </p:cNvPr>
          <p:cNvSpPr/>
          <p:nvPr/>
        </p:nvSpPr>
        <p:spPr>
          <a:xfrm flipH="1">
            <a:off x="8244832" y="245548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185E4B86-1BEF-48DC-02F1-782AC9523F0B}"/>
              </a:ext>
            </a:extLst>
          </p:cNvPr>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 name="直接连接符 126">
            <a:extLst>
              <a:ext uri="{FF2B5EF4-FFF2-40B4-BE49-F238E27FC236}">
                <a16:creationId xmlns:a16="http://schemas.microsoft.com/office/drawing/2014/main" id="{1672C463-3744-A84E-22CB-2D973E6A1D92}"/>
              </a:ext>
            </a:extLst>
          </p:cNvPr>
          <p:cNvCxnSpPr>
            <a:stCxn id="125" idx="3"/>
            <a:endCxn id="126"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3995FE9C-7820-D74E-3B92-B12E6D21D34D}"/>
              </a:ext>
            </a:extLst>
          </p:cNvPr>
          <p:cNvCxnSpPr>
            <a:endCxn id="155" idx="6"/>
          </p:cNvCxnSpPr>
          <p:nvPr/>
        </p:nvCxnSpPr>
        <p:spPr>
          <a:xfrm flipV="1">
            <a:off x="6594375" y="3526446"/>
            <a:ext cx="1057098" cy="5499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472D98A9-9A20-6B96-8225-3E40AE9B1B9A}"/>
              </a:ext>
            </a:extLst>
          </p:cNvPr>
          <p:cNvCxnSpPr>
            <a:stCxn id="125" idx="0"/>
            <a:endCxn id="133" idx="3"/>
          </p:cNvCxnSpPr>
          <p:nvPr/>
        </p:nvCxnSpPr>
        <p:spPr>
          <a:xfrm flipH="1" flipV="1">
            <a:off x="7839239" y="1505772"/>
            <a:ext cx="530611" cy="9497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D5562B8A-CE4E-FE4C-6C3E-786405178E7F}"/>
              </a:ext>
            </a:extLst>
          </p:cNvPr>
          <p:cNvCxnSpPr>
            <a:cxnSpLocks/>
            <a:endCxn id="151"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CBFDF44F-6D11-12B6-A550-C08DB4ECC436}"/>
              </a:ext>
            </a:extLst>
          </p:cNvPr>
          <p:cNvCxnSpPr>
            <a:stCxn id="219" idx="2"/>
            <a:endCxn id="133" idx="7"/>
          </p:cNvCxnSpPr>
          <p:nvPr/>
        </p:nvCxnSpPr>
        <p:spPr>
          <a:xfrm flipV="1">
            <a:off x="6767614" y="1382383"/>
            <a:ext cx="948236" cy="1256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E68DC18B-6812-052A-1123-D91E667489EA}"/>
              </a:ext>
            </a:extLst>
          </p:cNvPr>
          <p:cNvCxnSpPr>
            <a:cxnSpLocks/>
            <a:endCxn id="133" idx="4"/>
          </p:cNvCxnSpPr>
          <p:nvPr/>
        </p:nvCxnSpPr>
        <p:spPr>
          <a:xfrm flipV="1">
            <a:off x="7749687" y="1531326"/>
            <a:ext cx="27857" cy="10106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7E55721B-BBF8-F761-E304-832D5DD6D139}"/>
              </a:ext>
            </a:extLst>
          </p:cNvPr>
          <p:cNvSpPr/>
          <p:nvPr/>
        </p:nvSpPr>
        <p:spPr>
          <a:xfrm flipH="1">
            <a:off x="7690296" y="135682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a:extLst>
              <a:ext uri="{FF2B5EF4-FFF2-40B4-BE49-F238E27FC236}">
                <a16:creationId xmlns:a16="http://schemas.microsoft.com/office/drawing/2014/main" id="{528F3EF9-D716-C52F-B834-D66FF4493C9E}"/>
              </a:ext>
            </a:extLst>
          </p:cNvPr>
          <p:cNvCxnSpPr>
            <a:stCxn id="219" idx="4"/>
          </p:cNvCxnSpPr>
          <p:nvPr/>
        </p:nvCxnSpPr>
        <p:spPr>
          <a:xfrm flipH="1">
            <a:off x="6502403" y="1615224"/>
            <a:ext cx="158004" cy="7441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0897A245-7F46-08F1-2DF6-F28C664BA0DD}"/>
              </a:ext>
            </a:extLst>
          </p:cNvPr>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290D1EFC-DB1B-770F-8235-99FC2EAEE880}"/>
              </a:ext>
            </a:extLst>
          </p:cNvPr>
          <p:cNvCxnSpPr>
            <a:endCxn id="155" idx="7"/>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9099F8D7-DB21-50C1-A7CE-5BC2FD6D831B}"/>
              </a:ext>
            </a:extLst>
          </p:cNvPr>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9E25F66B-37E9-4BE7-49AD-AD91EFA0F6FE}"/>
              </a:ext>
            </a:extLst>
          </p:cNvPr>
          <p:cNvCxnSpPr>
            <a:cxnSpLocks/>
            <a:stCxn id="219" idx="3"/>
          </p:cNvCxnSpPr>
          <p:nvPr/>
        </p:nvCxnSpPr>
        <p:spPr>
          <a:xfrm>
            <a:off x="6736214" y="1583824"/>
            <a:ext cx="950048" cy="9844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F14522CA-B21A-5531-08A5-023F5D21A2E8}"/>
              </a:ext>
            </a:extLst>
          </p:cNvPr>
          <p:cNvCxnSpPr>
            <a:stCxn id="126" idx="2"/>
            <a:endCxn id="149" idx="6"/>
          </p:cNvCxnSpPr>
          <p:nvPr/>
        </p:nvCxnSpPr>
        <p:spPr>
          <a:xfrm>
            <a:off x="9916317" y="3343266"/>
            <a:ext cx="1493679" cy="1189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12BD3A8F-A8DB-FBDB-443E-0E0678019DC1}"/>
              </a:ext>
            </a:extLst>
          </p:cNvPr>
          <p:cNvCxnSpPr>
            <a:cxnSpLocks/>
            <a:endCxn id="126" idx="5"/>
          </p:cNvCxnSpPr>
          <p:nvPr/>
        </p:nvCxnSpPr>
        <p:spPr>
          <a:xfrm flipV="1">
            <a:off x="9366141" y="3393754"/>
            <a:ext cx="428287" cy="13661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1847EA50-3C98-2C17-DB45-D67F49BA07B3}"/>
              </a:ext>
            </a:extLst>
          </p:cNvPr>
          <p:cNvCxnSpPr>
            <a:cxnSpLocks/>
            <a:endCxn id="126"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A26A8126-5635-FAA1-692A-1F1FC1CEBA60}"/>
              </a:ext>
            </a:extLst>
          </p:cNvPr>
          <p:cNvCxnSpPr>
            <a:stCxn id="154" idx="2"/>
            <a:endCxn id="126" idx="4"/>
          </p:cNvCxnSpPr>
          <p:nvPr/>
        </p:nvCxnSpPr>
        <p:spPr>
          <a:xfrm flipV="1">
            <a:off x="8680198" y="3414667"/>
            <a:ext cx="1164718" cy="5258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EEA4822A-0595-AC02-47B3-98BC5E248489}"/>
              </a:ext>
            </a:extLst>
          </p:cNvPr>
          <p:cNvCxnSpPr>
            <a:stCxn id="154" idx="6"/>
            <a:endCxn id="155" idx="3"/>
          </p:cNvCxnSpPr>
          <p:nvPr/>
        </p:nvCxnSpPr>
        <p:spPr>
          <a:xfrm flipH="1" flipV="1">
            <a:off x="7864892" y="3614847"/>
            <a:ext cx="640809" cy="3256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C662EF0F-AF09-39B3-2AB1-9A45BDF05F71}"/>
              </a:ext>
            </a:extLst>
          </p:cNvPr>
          <p:cNvCxnSpPr>
            <a:stCxn id="154" idx="3"/>
          </p:cNvCxnSpPr>
          <p:nvPr/>
        </p:nvCxnSpPr>
        <p:spPr>
          <a:xfrm>
            <a:off x="8654644" y="4002187"/>
            <a:ext cx="603658" cy="810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8EB43F39-EBC3-7EB7-7A6A-35379A5D63B9}"/>
              </a:ext>
            </a:extLst>
          </p:cNvPr>
          <p:cNvCxnSpPr>
            <a:stCxn id="152" idx="3"/>
          </p:cNvCxnSpPr>
          <p:nvPr/>
        </p:nvCxnSpPr>
        <p:spPr>
          <a:xfrm flipH="1" flipV="1">
            <a:off x="6553202"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9E886BF5-B9DB-C704-9DE1-0AE69B3602A2}"/>
              </a:ext>
            </a:extLst>
          </p:cNvPr>
          <p:cNvCxnSpPr>
            <a:stCxn id="154" idx="5"/>
          </p:cNvCxnSpPr>
          <p:nvPr/>
        </p:nvCxnSpPr>
        <p:spPr>
          <a:xfrm flipH="1">
            <a:off x="7143752" y="4002187"/>
            <a:ext cx="1387503" cy="658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9C12BFE3-927F-4C9F-256C-453E630388B3}"/>
              </a:ext>
            </a:extLst>
          </p:cNvPr>
          <p:cNvCxnSpPr>
            <a:stCxn id="155" idx="4"/>
          </p:cNvCxnSpPr>
          <p:nvPr/>
        </p:nvCxnSpPr>
        <p:spPr>
          <a:xfrm flipH="1">
            <a:off x="7162802" y="3651464"/>
            <a:ext cx="613689" cy="9902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9" name="椭圆 148">
            <a:extLst>
              <a:ext uri="{FF2B5EF4-FFF2-40B4-BE49-F238E27FC236}">
                <a16:creationId xmlns:a16="http://schemas.microsoft.com/office/drawing/2014/main" id="{6D356709-0DFD-004F-3AA0-3EB48F2DB61B}"/>
              </a:ext>
            </a:extLst>
          </p:cNvPr>
          <p:cNvSpPr/>
          <p:nvPr/>
        </p:nvSpPr>
        <p:spPr>
          <a:xfrm flipH="1">
            <a:off x="11409996" y="333717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a:extLst>
              <a:ext uri="{FF2B5EF4-FFF2-40B4-BE49-F238E27FC236}">
                <a16:creationId xmlns:a16="http://schemas.microsoft.com/office/drawing/2014/main" id="{AE5FF5F7-D92D-B9F8-26A1-6261A038361E}"/>
              </a:ext>
            </a:extLst>
          </p:cNvPr>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a:extLst>
              <a:ext uri="{FF2B5EF4-FFF2-40B4-BE49-F238E27FC236}">
                <a16:creationId xmlns:a16="http://schemas.microsoft.com/office/drawing/2014/main" id="{AAA276B5-0B3C-E742-361D-9BBFBD3E4905}"/>
              </a:ext>
            </a:extLst>
          </p:cNvPr>
          <p:cNvSpPr/>
          <p:nvPr/>
        </p:nvSpPr>
        <p:spPr>
          <a:xfrm flipH="1">
            <a:off x="7066444"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a:extLst>
              <a:ext uri="{FF2B5EF4-FFF2-40B4-BE49-F238E27FC236}">
                <a16:creationId xmlns:a16="http://schemas.microsoft.com/office/drawing/2014/main" id="{ABB359B6-BE4B-E290-9115-DA721F1733EB}"/>
              </a:ext>
            </a:extLst>
          </p:cNvPr>
          <p:cNvSpPr/>
          <p:nvPr/>
        </p:nvSpPr>
        <p:spPr>
          <a:xfrm flipH="1">
            <a:off x="6472276"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a:extLst>
              <a:ext uri="{FF2B5EF4-FFF2-40B4-BE49-F238E27FC236}">
                <a16:creationId xmlns:a16="http://schemas.microsoft.com/office/drawing/2014/main" id="{0689773C-8DEC-A742-6533-FDAE37E27591}"/>
              </a:ext>
            </a:extLst>
          </p:cNvPr>
          <p:cNvSpPr/>
          <p:nvPr/>
        </p:nvSpPr>
        <p:spPr>
          <a:xfrm flipH="1">
            <a:off x="8505701" y="385324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a:extLst>
              <a:ext uri="{FF2B5EF4-FFF2-40B4-BE49-F238E27FC236}">
                <a16:creationId xmlns:a16="http://schemas.microsoft.com/office/drawing/2014/main" id="{763FAC68-939F-4087-A30D-7899619DB9DC}"/>
              </a:ext>
            </a:extLst>
          </p:cNvPr>
          <p:cNvSpPr/>
          <p:nvPr/>
        </p:nvSpPr>
        <p:spPr>
          <a:xfrm flipH="1">
            <a:off x="7651473" y="3401428"/>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连接符 155">
            <a:extLst>
              <a:ext uri="{FF2B5EF4-FFF2-40B4-BE49-F238E27FC236}">
                <a16:creationId xmlns:a16="http://schemas.microsoft.com/office/drawing/2014/main" id="{C39B3ABB-66A1-892B-45BA-5303725AB74C}"/>
              </a:ext>
            </a:extLst>
          </p:cNvPr>
          <p:cNvCxnSpPr>
            <a:cxnSpLocks/>
            <a:stCxn id="152" idx="6"/>
          </p:cNvCxnSpPr>
          <p:nvPr/>
        </p:nvCxnSpPr>
        <p:spPr>
          <a:xfrm flipH="1">
            <a:off x="6435792" y="4691284"/>
            <a:ext cx="630652" cy="1797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C3CDAAB8-F4A7-42E5-FB87-6EA1B4FAFD69}"/>
              </a:ext>
            </a:extLst>
          </p:cNvPr>
          <p:cNvCxnSpPr>
            <a:cxnSpLocks/>
            <a:stCxn id="153" idx="5"/>
          </p:cNvCxnSpPr>
          <p:nvPr/>
        </p:nvCxnSpPr>
        <p:spPr>
          <a:xfrm flipH="1">
            <a:off x="6326338" y="4149630"/>
            <a:ext cx="166851" cy="611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87A1E95D-3987-1B31-39C8-7A8DC9CA8AF9}"/>
              </a:ext>
            </a:extLst>
          </p:cNvPr>
          <p:cNvCxnSpPr>
            <a:endCxn id="207"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4C7A6C24-705D-5485-F2BD-5B59A8BFFB59}"/>
              </a:ext>
            </a:extLst>
          </p:cNvPr>
          <p:cNvCxnSpPr>
            <a:stCxn id="152" idx="6"/>
          </p:cNvCxnSpPr>
          <p:nvPr/>
        </p:nvCxnSpPr>
        <p:spPr>
          <a:xfrm flipH="1">
            <a:off x="6496052" y="4691284"/>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075B1B51-2C93-497E-CDC7-D91FEB90CA9D}"/>
              </a:ext>
            </a:extLst>
          </p:cNvPr>
          <p:cNvCxnSpPr>
            <a:cxnSpLocks/>
          </p:cNvCxnSpPr>
          <p:nvPr/>
        </p:nvCxnSpPr>
        <p:spPr>
          <a:xfrm flipH="1" flipV="1">
            <a:off x="6326338" y="4980443"/>
            <a:ext cx="169714" cy="421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023FF6EF-E30D-0A62-31C9-666EE85353DA}"/>
              </a:ext>
            </a:extLst>
          </p:cNvPr>
          <p:cNvCxnSpPr>
            <a:cxnSpLocks/>
            <a:endCxn id="149" idx="4"/>
          </p:cNvCxnSpPr>
          <p:nvPr/>
        </p:nvCxnSpPr>
        <p:spPr>
          <a:xfrm flipV="1">
            <a:off x="10776717" y="3587213"/>
            <a:ext cx="758297" cy="6155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5C55266D-D8E8-052F-D736-4136903A8EF0}"/>
              </a:ext>
            </a:extLst>
          </p:cNvPr>
          <p:cNvCxnSpPr>
            <a:cxnSpLocks/>
            <a:endCxn id="165"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5" name="椭圆 164">
            <a:extLst>
              <a:ext uri="{FF2B5EF4-FFF2-40B4-BE49-F238E27FC236}">
                <a16:creationId xmlns:a16="http://schemas.microsoft.com/office/drawing/2014/main" id="{E6B6186D-6920-42EE-6FB1-9066F5F264D4}"/>
              </a:ext>
            </a:extLst>
          </p:cNvPr>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a:extLst>
              <a:ext uri="{FF2B5EF4-FFF2-40B4-BE49-F238E27FC236}">
                <a16:creationId xmlns:a16="http://schemas.microsoft.com/office/drawing/2014/main" id="{3740EFFE-F028-8542-173E-C5383B01484F}"/>
              </a:ext>
            </a:extLst>
          </p:cNvPr>
          <p:cNvSpPr/>
          <p:nvPr/>
        </p:nvSpPr>
        <p:spPr>
          <a:xfrm>
            <a:off x="1432151" y="319282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a:extLst>
              <a:ext uri="{FF2B5EF4-FFF2-40B4-BE49-F238E27FC236}">
                <a16:creationId xmlns:a16="http://schemas.microsoft.com/office/drawing/2014/main" id="{FBE31513-D7EC-2E5A-9733-56807D807D10}"/>
              </a:ext>
            </a:extLst>
          </p:cNvPr>
          <p:cNvCxnSpPr>
            <a:stCxn id="165" idx="2"/>
            <a:endCxn id="166" idx="5"/>
          </p:cNvCxnSpPr>
          <p:nvPr/>
        </p:nvCxnSpPr>
        <p:spPr>
          <a:xfrm flipH="1">
            <a:off x="1554040" y="3014471"/>
            <a:ext cx="1170667" cy="300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E8CED027-E6A8-C557-2779-18454E5AE4F3}"/>
              </a:ext>
            </a:extLst>
          </p:cNvPr>
          <p:cNvCxnSpPr>
            <a:endCxn id="208" idx="6"/>
          </p:cNvCxnSpPr>
          <p:nvPr/>
        </p:nvCxnSpPr>
        <p:spPr>
          <a:xfrm flipH="1" flipV="1">
            <a:off x="4568689" y="3482308"/>
            <a:ext cx="949337" cy="5940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12EC788E-B3D0-F212-2289-F0CDE6C43EE6}"/>
              </a:ext>
            </a:extLst>
          </p:cNvPr>
          <p:cNvCxnSpPr>
            <a:stCxn id="165" idx="0"/>
            <a:endCxn id="170"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0" name="椭圆 169">
            <a:extLst>
              <a:ext uri="{FF2B5EF4-FFF2-40B4-BE49-F238E27FC236}">
                <a16:creationId xmlns:a16="http://schemas.microsoft.com/office/drawing/2014/main" id="{12535785-B0AB-E619-4FC0-C63B4E884BC6}"/>
              </a:ext>
            </a:extLst>
          </p:cNvPr>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直接连接符 171">
            <a:extLst>
              <a:ext uri="{FF2B5EF4-FFF2-40B4-BE49-F238E27FC236}">
                <a16:creationId xmlns:a16="http://schemas.microsoft.com/office/drawing/2014/main" id="{3F1F1E49-85A2-5594-FAD8-FD2D32F80B9E}"/>
              </a:ext>
            </a:extLst>
          </p:cNvPr>
          <p:cNvCxnSpPr>
            <a:stCxn id="203" idx="2"/>
            <a:endCxn id="170"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C56B43FF-D1BE-741D-F94F-A0E0C3C71B7C}"/>
              </a:ext>
            </a:extLst>
          </p:cNvPr>
          <p:cNvCxnSpPr>
            <a:endCxn id="219" idx="5"/>
          </p:cNvCxnSpPr>
          <p:nvPr/>
        </p:nvCxnSpPr>
        <p:spPr>
          <a:xfrm flipV="1">
            <a:off x="5029427" y="1583824"/>
            <a:ext cx="1555174" cy="398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FF463A03-E164-3097-4DAA-E9F5C3D272AA}"/>
              </a:ext>
            </a:extLst>
          </p:cNvPr>
          <p:cNvCxnSpPr>
            <a:endCxn id="202"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F767D92F-B38E-5880-BD22-A584779F10D5}"/>
              </a:ext>
            </a:extLst>
          </p:cNvPr>
          <p:cNvCxnSpPr>
            <a:stCxn id="202"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E510A960-5D08-C2E6-9309-032063D000D9}"/>
              </a:ext>
            </a:extLst>
          </p:cNvPr>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35E48D5C-4B67-D503-A03D-142C02AEA877}"/>
              </a:ext>
            </a:extLst>
          </p:cNvPr>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05AC434F-8733-571F-13D7-4C1DBC3507EA}"/>
              </a:ext>
            </a:extLst>
          </p:cNvPr>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FFA22059-A875-AF82-9C26-32DE8C7071E1}"/>
              </a:ext>
            </a:extLst>
          </p:cNvPr>
          <p:cNvCxnSpPr>
            <a:cxnSpLocks/>
            <a:stCxn id="203"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3171375F-DEEF-DECA-6A48-3E8E23645469}"/>
              </a:ext>
            </a:extLst>
          </p:cNvPr>
          <p:cNvCxnSpPr>
            <a:cxnSpLocks/>
            <a:endCxn id="166" idx="4"/>
          </p:cNvCxnSpPr>
          <p:nvPr/>
        </p:nvCxnSpPr>
        <p:spPr>
          <a:xfrm flipH="1" flipV="1">
            <a:off x="1503552" y="3335623"/>
            <a:ext cx="1216436" cy="1487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2AECFB1D-31CF-84A1-37CB-E9042115FC1B}"/>
              </a:ext>
            </a:extLst>
          </p:cNvPr>
          <p:cNvCxnSpPr>
            <a:stCxn id="206" idx="1"/>
            <a:endCxn id="166" idx="4"/>
          </p:cNvCxnSpPr>
          <p:nvPr/>
        </p:nvCxnSpPr>
        <p:spPr>
          <a:xfrm flipH="1" flipV="1">
            <a:off x="1503552" y="3335623"/>
            <a:ext cx="1721547" cy="2615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DADA4C93-262E-3FF8-2A4F-B85E4F5B3743}"/>
              </a:ext>
            </a:extLst>
          </p:cNvPr>
          <p:cNvCxnSpPr>
            <a:stCxn id="206" idx="7"/>
            <a:endCxn id="208" idx="2"/>
          </p:cNvCxnSpPr>
          <p:nvPr/>
        </p:nvCxnSpPr>
        <p:spPr>
          <a:xfrm flipV="1">
            <a:off x="3348488" y="3482308"/>
            <a:ext cx="970165" cy="114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118AC4ED-9F2B-285A-01A5-E2272D15E28B}"/>
              </a:ext>
            </a:extLst>
          </p:cNvPr>
          <p:cNvCxnSpPr>
            <a:stCxn id="206" idx="3"/>
          </p:cNvCxnSpPr>
          <p:nvPr/>
        </p:nvCxnSpPr>
        <p:spPr>
          <a:xfrm flipH="1">
            <a:off x="2854098" y="3720567"/>
            <a:ext cx="371001" cy="10926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C60CABEA-0DD8-BA35-B756-5BF5747DEDB0}"/>
              </a:ext>
            </a:extLst>
          </p:cNvPr>
          <p:cNvCxnSpPr>
            <a:stCxn id="204" idx="3"/>
          </p:cNvCxnSpPr>
          <p:nvPr/>
        </p:nvCxnSpPr>
        <p:spPr>
          <a:xfrm flipV="1">
            <a:off x="4913881"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32B55B27-B1CB-03D5-63C2-DAA70F6B458C}"/>
              </a:ext>
            </a:extLst>
          </p:cNvPr>
          <p:cNvCxnSpPr>
            <a:stCxn id="206" idx="5"/>
          </p:cNvCxnSpPr>
          <p:nvPr/>
        </p:nvCxnSpPr>
        <p:spPr>
          <a:xfrm>
            <a:off x="3348488" y="3720567"/>
            <a:ext cx="1620160" cy="9402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33710D4C-7F28-9E40-E9C0-DA2768AB3B21}"/>
              </a:ext>
            </a:extLst>
          </p:cNvPr>
          <p:cNvCxnSpPr>
            <a:stCxn id="208" idx="4"/>
          </p:cNvCxnSpPr>
          <p:nvPr/>
        </p:nvCxnSpPr>
        <p:spPr>
          <a:xfrm>
            <a:off x="4443671" y="3607326"/>
            <a:ext cx="505927" cy="1034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868E6D5D-982E-ABFA-AAC8-D5420E7364A0}"/>
              </a:ext>
            </a:extLst>
          </p:cNvPr>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a:extLst>
              <a:ext uri="{FF2B5EF4-FFF2-40B4-BE49-F238E27FC236}">
                <a16:creationId xmlns:a16="http://schemas.microsoft.com/office/drawing/2014/main" id="{2AA44158-F258-8BD0-74EC-30C06925D462}"/>
              </a:ext>
            </a:extLst>
          </p:cNvPr>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a:extLst>
              <a:ext uri="{FF2B5EF4-FFF2-40B4-BE49-F238E27FC236}">
                <a16:creationId xmlns:a16="http://schemas.microsoft.com/office/drawing/2014/main" id="{2D267768-E49B-3ADC-D604-F3233F45733C}"/>
              </a:ext>
            </a:extLst>
          </p:cNvPr>
          <p:cNvSpPr/>
          <p:nvPr/>
        </p:nvSpPr>
        <p:spPr>
          <a:xfrm>
            <a:off x="4891220"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a:extLst>
              <a:ext uri="{FF2B5EF4-FFF2-40B4-BE49-F238E27FC236}">
                <a16:creationId xmlns:a16="http://schemas.microsoft.com/office/drawing/2014/main" id="{BC819C8C-7417-2C76-208E-9A1F65B03F81}"/>
              </a:ext>
            </a:extLst>
          </p:cNvPr>
          <p:cNvSpPr/>
          <p:nvPr/>
        </p:nvSpPr>
        <p:spPr>
          <a:xfrm>
            <a:off x="5497322"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a:extLst>
              <a:ext uri="{FF2B5EF4-FFF2-40B4-BE49-F238E27FC236}">
                <a16:creationId xmlns:a16="http://schemas.microsoft.com/office/drawing/2014/main" id="{FDC99C2E-746B-5722-1D90-591528A96D0D}"/>
              </a:ext>
            </a:extLst>
          </p:cNvPr>
          <p:cNvSpPr/>
          <p:nvPr/>
        </p:nvSpPr>
        <p:spPr>
          <a:xfrm>
            <a:off x="3199545" y="357162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a:extLst>
              <a:ext uri="{FF2B5EF4-FFF2-40B4-BE49-F238E27FC236}">
                <a16:creationId xmlns:a16="http://schemas.microsoft.com/office/drawing/2014/main" id="{0D0D80DA-7A19-8E4D-3EC8-0212854576E6}"/>
              </a:ext>
            </a:extLst>
          </p:cNvPr>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a:extLst>
              <a:ext uri="{FF2B5EF4-FFF2-40B4-BE49-F238E27FC236}">
                <a16:creationId xmlns:a16="http://schemas.microsoft.com/office/drawing/2014/main" id="{6739B8AB-02CA-6F5D-3439-8B96D7D37C2C}"/>
              </a:ext>
            </a:extLst>
          </p:cNvPr>
          <p:cNvSpPr/>
          <p:nvPr/>
        </p:nvSpPr>
        <p:spPr>
          <a:xfrm>
            <a:off x="4318653" y="3357290"/>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9" name="直接连接符 208">
            <a:extLst>
              <a:ext uri="{FF2B5EF4-FFF2-40B4-BE49-F238E27FC236}">
                <a16:creationId xmlns:a16="http://schemas.microsoft.com/office/drawing/2014/main" id="{54E6A336-DC0C-D328-0963-ED7A3DA78382}"/>
              </a:ext>
            </a:extLst>
          </p:cNvPr>
          <p:cNvCxnSpPr>
            <a:endCxn id="204" idx="4"/>
          </p:cNvCxnSpPr>
          <p:nvPr/>
        </p:nvCxnSpPr>
        <p:spPr>
          <a:xfrm flipV="1">
            <a:off x="4378098" y="4768652"/>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50F5E6B9-7871-DD4F-89DC-EDCCCF5414B5}"/>
              </a:ext>
            </a:extLst>
          </p:cNvPr>
          <p:cNvCxnSpPr>
            <a:stCxn id="165" idx="4"/>
            <a:endCxn id="206" idx="1"/>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A7E0850D-4D5F-78CF-3321-D38223B5A45A}"/>
              </a:ext>
            </a:extLst>
          </p:cNvPr>
          <p:cNvCxnSpPr>
            <a:cxnSpLocks/>
            <a:endCxn id="204" idx="2"/>
          </p:cNvCxnSpPr>
          <p:nvPr/>
        </p:nvCxnSpPr>
        <p:spPr>
          <a:xfrm flipV="1">
            <a:off x="2899380" y="4691284"/>
            <a:ext cx="1991840" cy="1320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451E6EE7-F8D7-2015-B584-B3346A3EDC99}"/>
              </a:ext>
            </a:extLst>
          </p:cNvPr>
          <p:cNvCxnSpPr>
            <a:cxnSpLocks/>
            <a:stCxn id="204" idx="6"/>
          </p:cNvCxnSpPr>
          <p:nvPr/>
        </p:nvCxnSpPr>
        <p:spPr>
          <a:xfrm>
            <a:off x="5045956" y="4691284"/>
            <a:ext cx="1202986" cy="2571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B99693A9-C2B8-993A-4BD2-6DE0F9170A75}"/>
              </a:ext>
            </a:extLst>
          </p:cNvPr>
          <p:cNvCxnSpPr>
            <a:cxnSpLocks/>
            <a:stCxn id="205" idx="5"/>
          </p:cNvCxnSpPr>
          <p:nvPr/>
        </p:nvCxnSpPr>
        <p:spPr>
          <a:xfrm>
            <a:off x="5619211" y="4149630"/>
            <a:ext cx="597673" cy="721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6" name="椭圆 215">
            <a:extLst>
              <a:ext uri="{FF2B5EF4-FFF2-40B4-BE49-F238E27FC236}">
                <a16:creationId xmlns:a16="http://schemas.microsoft.com/office/drawing/2014/main" id="{8F2BF70F-4B6C-801C-EB79-7E877504E271}"/>
              </a:ext>
            </a:extLst>
          </p:cNvPr>
          <p:cNvSpPr/>
          <p:nvPr/>
        </p:nvSpPr>
        <p:spPr>
          <a:xfrm>
            <a:off x="6445422" y="5322724"/>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椭圆 218">
            <a:extLst>
              <a:ext uri="{FF2B5EF4-FFF2-40B4-BE49-F238E27FC236}">
                <a16:creationId xmlns:a16="http://schemas.microsoft.com/office/drawing/2014/main" id="{AF08B9A1-9F11-40D4-71DD-CA3E507D4C29}"/>
              </a:ext>
            </a:extLst>
          </p:cNvPr>
          <p:cNvSpPr/>
          <p:nvPr/>
        </p:nvSpPr>
        <p:spPr>
          <a:xfrm flipH="1">
            <a:off x="6553201" y="1400811"/>
            <a:ext cx="214413" cy="214413"/>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0" name="直接连接符 219">
            <a:extLst>
              <a:ext uri="{FF2B5EF4-FFF2-40B4-BE49-F238E27FC236}">
                <a16:creationId xmlns:a16="http://schemas.microsoft.com/office/drawing/2014/main" id="{B23765DA-A9D8-CBEC-CC0B-DF6FB6C06EFC}"/>
              </a:ext>
            </a:extLst>
          </p:cNvPr>
          <p:cNvCxnSpPr>
            <a:stCxn id="202" idx="5"/>
            <a:endCxn id="151"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3" name="椭圆 222">
            <a:extLst>
              <a:ext uri="{FF2B5EF4-FFF2-40B4-BE49-F238E27FC236}">
                <a16:creationId xmlns:a16="http://schemas.microsoft.com/office/drawing/2014/main" id="{66C2B58B-C091-D027-7276-C343B25AF605}"/>
              </a:ext>
            </a:extLst>
          </p:cNvPr>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a:extLst>
              <a:ext uri="{FF2B5EF4-FFF2-40B4-BE49-F238E27FC236}">
                <a16:creationId xmlns:a16="http://schemas.microsoft.com/office/drawing/2014/main" id="{A781AAC8-D06E-D8A8-BBD5-41DBBF71C80C}"/>
              </a:ext>
            </a:extLst>
          </p:cNvPr>
          <p:cNvSpPr/>
          <p:nvPr/>
        </p:nvSpPr>
        <p:spPr>
          <a:xfrm>
            <a:off x="958024" y="2489770"/>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a:extLst>
              <a:ext uri="{FF2B5EF4-FFF2-40B4-BE49-F238E27FC236}">
                <a16:creationId xmlns:a16="http://schemas.microsoft.com/office/drawing/2014/main" id="{50787740-B2E2-1F95-9BB0-E165AB97B9D0}"/>
              </a:ext>
            </a:extLst>
          </p:cNvPr>
          <p:cNvSpPr/>
          <p:nvPr/>
        </p:nvSpPr>
        <p:spPr>
          <a:xfrm>
            <a:off x="267945" y="347334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7" name="直接连接符 226">
            <a:extLst>
              <a:ext uri="{FF2B5EF4-FFF2-40B4-BE49-F238E27FC236}">
                <a16:creationId xmlns:a16="http://schemas.microsoft.com/office/drawing/2014/main" id="{A2EDB4AF-8E8E-A77E-8714-0E2148BE63D0}"/>
              </a:ext>
            </a:extLst>
          </p:cNvPr>
          <p:cNvCxnSpPr>
            <a:stCxn id="225" idx="0"/>
            <a:endCxn id="224" idx="3"/>
          </p:cNvCxnSpPr>
          <p:nvPr/>
        </p:nvCxnSpPr>
        <p:spPr>
          <a:xfrm flipV="1">
            <a:off x="392963" y="2638713"/>
            <a:ext cx="590615" cy="834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3EBCC3E0-3FF2-A6DF-0D38-20F06B677E8C}"/>
              </a:ext>
            </a:extLst>
          </p:cNvPr>
          <p:cNvCxnSpPr>
            <a:cxnSpLocks/>
            <a:stCxn id="225" idx="5"/>
          </p:cNvCxnSpPr>
          <p:nvPr/>
        </p:nvCxnSpPr>
        <p:spPr>
          <a:xfrm>
            <a:off x="481364" y="3686766"/>
            <a:ext cx="2238624" cy="11365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6" name="文本框 255">
            <a:extLst>
              <a:ext uri="{FF2B5EF4-FFF2-40B4-BE49-F238E27FC236}">
                <a16:creationId xmlns:a16="http://schemas.microsoft.com/office/drawing/2014/main" id="{3F55324F-942F-0D9F-66AC-503D0B2F813C}"/>
              </a:ext>
            </a:extLst>
          </p:cNvPr>
          <p:cNvSpPr txBox="1"/>
          <p:nvPr/>
        </p:nvSpPr>
        <p:spPr>
          <a:xfrm>
            <a:off x="4166385" y="400259"/>
            <a:ext cx="3897747" cy="707886"/>
          </a:xfrm>
          <a:prstGeom prst="rect">
            <a:avLst/>
          </a:prstGeom>
          <a:noFill/>
        </p:spPr>
        <p:txBody>
          <a:bodyPr wrap="square" rtlCol="0">
            <a:spAutoFit/>
          </a:bodyPr>
          <a:lstStyle/>
          <a:p>
            <a:pPr algn="ctr"/>
            <a:r>
              <a:rPr lang="en-US" altLang="zh-CN" sz="4000"/>
              <a:t>Introduction</a:t>
            </a:r>
            <a:endParaRPr lang="zh-CN" altLang="en-US" sz="4000"/>
          </a:p>
        </p:txBody>
      </p:sp>
      <p:sp>
        <p:nvSpPr>
          <p:cNvPr id="2" name="AutoShape 2">
            <a:extLst>
              <a:ext uri="{FF2B5EF4-FFF2-40B4-BE49-F238E27FC236}">
                <a16:creationId xmlns:a16="http://schemas.microsoft.com/office/drawing/2014/main" id="{E3E4FB6E-8E5D-B565-260C-79AF158B405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文本框 11">
            <a:extLst>
              <a:ext uri="{FF2B5EF4-FFF2-40B4-BE49-F238E27FC236}">
                <a16:creationId xmlns:a16="http://schemas.microsoft.com/office/drawing/2014/main" id="{8BCF0BD8-42F5-E39B-7B9B-66A3F3FE44B5}"/>
              </a:ext>
            </a:extLst>
          </p:cNvPr>
          <p:cNvSpPr txBox="1"/>
          <p:nvPr/>
        </p:nvSpPr>
        <p:spPr>
          <a:xfrm>
            <a:off x="1085005" y="1093559"/>
            <a:ext cx="5934556" cy="5262979"/>
          </a:xfrm>
          <a:prstGeom prst="rect">
            <a:avLst/>
          </a:prstGeom>
          <a:noFill/>
        </p:spPr>
        <p:txBody>
          <a:bodyPr wrap="square" rtlCol="0">
            <a:spAutoFit/>
          </a:bodyPr>
          <a:lstStyle/>
          <a:p>
            <a:r>
              <a:rPr lang="en-US" altLang="zh-CN" sz="2800"/>
              <a:t>Large Language Models (LLMs)</a:t>
            </a:r>
          </a:p>
          <a:p>
            <a:r>
              <a:rPr lang="en-US" altLang="zh-CN" sz="2800"/>
              <a:t>Encoder-Decoder Models:</a:t>
            </a:r>
          </a:p>
          <a:p>
            <a:r>
              <a:rPr lang="en-US" altLang="zh-CN" sz="2800"/>
              <a:t>The </a:t>
            </a:r>
            <a:r>
              <a:rPr lang="en-US" altLang="zh-CN" sz="2800" b="1"/>
              <a:t>encoder</a:t>
            </a:r>
            <a:r>
              <a:rPr lang="en-US" altLang="zh-CN" sz="2800"/>
              <a:t> compresses the input into a dense vector</a:t>
            </a:r>
          </a:p>
          <a:p>
            <a:endParaRPr lang="en-US" altLang="zh-CN" sz="2800"/>
          </a:p>
          <a:p>
            <a:r>
              <a:rPr lang="en-US" altLang="zh-CN" sz="2800"/>
              <a:t>The </a:t>
            </a:r>
            <a:r>
              <a:rPr lang="en-US" altLang="zh-CN" sz="2800" b="1"/>
              <a:t>decoder</a:t>
            </a:r>
            <a:r>
              <a:rPr lang="en-US" altLang="zh-CN" sz="2800"/>
              <a:t> generates the translated sentence word-by-word, using the context vector and previously generated words. </a:t>
            </a:r>
          </a:p>
          <a:p>
            <a:endParaRPr lang="en-US" altLang="zh-CN" sz="2800"/>
          </a:p>
          <a:p>
            <a:r>
              <a:rPr lang="en-US" altLang="zh-CN" sz="2800"/>
              <a:t>use Multi-Head Attention to focus on relevant parts</a:t>
            </a:r>
            <a:endParaRPr lang="zh-CN" altLang="en-US" sz="2800"/>
          </a:p>
        </p:txBody>
      </p:sp>
      <p:pic>
        <p:nvPicPr>
          <p:cNvPr id="5" name="图片 4">
            <a:extLst>
              <a:ext uri="{FF2B5EF4-FFF2-40B4-BE49-F238E27FC236}">
                <a16:creationId xmlns:a16="http://schemas.microsoft.com/office/drawing/2014/main" id="{55C90553-A0E9-C89D-7C64-C70A2151D609}"/>
              </a:ext>
            </a:extLst>
          </p:cNvPr>
          <p:cNvPicPr>
            <a:picLocks noChangeAspect="1"/>
          </p:cNvPicPr>
          <p:nvPr/>
        </p:nvPicPr>
        <p:blipFill>
          <a:blip r:embed="rId3"/>
          <a:stretch>
            <a:fillRect/>
          </a:stretch>
        </p:blipFill>
        <p:spPr>
          <a:xfrm>
            <a:off x="7543148" y="502410"/>
            <a:ext cx="4351614" cy="5709760"/>
          </a:xfrm>
          <a:prstGeom prst="rect">
            <a:avLst/>
          </a:prstGeom>
        </p:spPr>
      </p:pic>
      <p:sp>
        <p:nvSpPr>
          <p:cNvPr id="8" name="文本框 7">
            <a:extLst>
              <a:ext uri="{FF2B5EF4-FFF2-40B4-BE49-F238E27FC236}">
                <a16:creationId xmlns:a16="http://schemas.microsoft.com/office/drawing/2014/main" id="{A730132A-2C4B-E2BB-A804-6E4A84B444B7}"/>
              </a:ext>
            </a:extLst>
          </p:cNvPr>
          <p:cNvSpPr txBox="1"/>
          <p:nvPr/>
        </p:nvSpPr>
        <p:spPr>
          <a:xfrm>
            <a:off x="7849074" y="6283976"/>
            <a:ext cx="3386425" cy="369332"/>
          </a:xfrm>
          <a:prstGeom prst="rect">
            <a:avLst/>
          </a:prstGeom>
          <a:noFill/>
        </p:spPr>
        <p:txBody>
          <a:bodyPr wrap="square">
            <a:spAutoFit/>
          </a:bodyPr>
          <a:lstStyle/>
          <a:p>
            <a:r>
              <a:rPr lang="en-US" altLang="zh-CN" i="1"/>
              <a:t>“</a:t>
            </a:r>
            <a:r>
              <a:rPr lang="zh-CN" altLang="en-US" i="1"/>
              <a:t>Attention Is All You Need</a:t>
            </a:r>
            <a:r>
              <a:rPr lang="en-US" altLang="zh-CN" i="1"/>
              <a:t>”</a:t>
            </a:r>
            <a:endParaRPr lang="zh-CN" altLang="en-US" i="1"/>
          </a:p>
        </p:txBody>
      </p:sp>
    </p:spTree>
    <p:extLst>
      <p:ext uri="{BB962C8B-B14F-4D97-AF65-F5344CB8AC3E}">
        <p14:creationId xmlns:p14="http://schemas.microsoft.com/office/powerpoint/2010/main" val="2306042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cxnSp>
        <p:nvCxnSpPr>
          <p:cNvPr id="100" name="直接连接符 99"/>
          <p:cNvCxnSpPr>
            <a:stCxn id="224" idx="7"/>
            <a:endCxn id="165" idx="1"/>
          </p:cNvCxnSpPr>
          <p:nvPr/>
        </p:nvCxnSpPr>
        <p:spPr>
          <a:xfrm>
            <a:off x="1106967" y="2515324"/>
            <a:ext cx="1654357" cy="410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cxnSpLocks/>
            <a:endCxn id="223"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endCxn id="155" idx="0"/>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cxnSpLocks/>
            <a:endCxn id="126"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125" idx="4"/>
            <a:endCxn id="154" idx="0"/>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椭圆 124"/>
          <p:cNvSpPr/>
          <p:nvPr/>
        </p:nvSpPr>
        <p:spPr>
          <a:xfrm flipH="1">
            <a:off x="8244832" y="245548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 name="直接连接符 126"/>
          <p:cNvCxnSpPr>
            <a:stCxn id="125" idx="3"/>
            <a:endCxn id="126"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endCxn id="155" idx="6"/>
          </p:cNvCxnSpPr>
          <p:nvPr/>
        </p:nvCxnSpPr>
        <p:spPr>
          <a:xfrm flipV="1">
            <a:off x="6594375" y="3526446"/>
            <a:ext cx="1057098" cy="5499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25" idx="0"/>
            <a:endCxn id="133" idx="3"/>
          </p:cNvCxnSpPr>
          <p:nvPr/>
        </p:nvCxnSpPr>
        <p:spPr>
          <a:xfrm flipH="1" flipV="1">
            <a:off x="7839239" y="1505772"/>
            <a:ext cx="530611" cy="9497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cxnSpLocks/>
            <a:endCxn id="151"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219" idx="2"/>
            <a:endCxn id="133" idx="7"/>
          </p:cNvCxnSpPr>
          <p:nvPr/>
        </p:nvCxnSpPr>
        <p:spPr>
          <a:xfrm flipV="1">
            <a:off x="6767614" y="1382383"/>
            <a:ext cx="948236" cy="1256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cxnSpLocks/>
            <a:endCxn id="133" idx="4"/>
          </p:cNvCxnSpPr>
          <p:nvPr/>
        </p:nvCxnSpPr>
        <p:spPr>
          <a:xfrm flipV="1">
            <a:off x="7749687" y="1531326"/>
            <a:ext cx="27857" cy="10106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3" name="椭圆 132"/>
          <p:cNvSpPr/>
          <p:nvPr/>
        </p:nvSpPr>
        <p:spPr>
          <a:xfrm flipH="1">
            <a:off x="7690296" y="135682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p:cNvCxnSpPr>
            <a:stCxn id="219" idx="4"/>
          </p:cNvCxnSpPr>
          <p:nvPr/>
        </p:nvCxnSpPr>
        <p:spPr>
          <a:xfrm flipH="1">
            <a:off x="6502403" y="1615224"/>
            <a:ext cx="158004" cy="7441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a:endCxn id="155" idx="7"/>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a:cxnSpLocks/>
            <a:stCxn id="219" idx="3"/>
          </p:cNvCxnSpPr>
          <p:nvPr/>
        </p:nvCxnSpPr>
        <p:spPr>
          <a:xfrm>
            <a:off x="6736214" y="1583824"/>
            <a:ext cx="950048" cy="9844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stCxn id="126" idx="2"/>
            <a:endCxn id="149" idx="6"/>
          </p:cNvCxnSpPr>
          <p:nvPr/>
        </p:nvCxnSpPr>
        <p:spPr>
          <a:xfrm>
            <a:off x="9916317" y="3343266"/>
            <a:ext cx="1493679" cy="1189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a:cxnSpLocks/>
            <a:endCxn id="126" idx="5"/>
          </p:cNvCxnSpPr>
          <p:nvPr/>
        </p:nvCxnSpPr>
        <p:spPr>
          <a:xfrm flipV="1">
            <a:off x="9366141" y="3393754"/>
            <a:ext cx="428287" cy="13661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a:cxnSpLocks/>
            <a:endCxn id="126"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stCxn id="154" idx="2"/>
            <a:endCxn id="126" idx="4"/>
          </p:cNvCxnSpPr>
          <p:nvPr/>
        </p:nvCxnSpPr>
        <p:spPr>
          <a:xfrm flipV="1">
            <a:off x="8680198" y="3414667"/>
            <a:ext cx="1164718" cy="5258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stCxn id="154" idx="6"/>
            <a:endCxn id="155" idx="3"/>
          </p:cNvCxnSpPr>
          <p:nvPr/>
        </p:nvCxnSpPr>
        <p:spPr>
          <a:xfrm flipH="1" flipV="1">
            <a:off x="7864892" y="3614847"/>
            <a:ext cx="640809" cy="3256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a:stCxn id="154" idx="3"/>
          </p:cNvCxnSpPr>
          <p:nvPr/>
        </p:nvCxnSpPr>
        <p:spPr>
          <a:xfrm>
            <a:off x="8654644" y="4002187"/>
            <a:ext cx="603658" cy="810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stCxn id="152" idx="3"/>
          </p:cNvCxnSpPr>
          <p:nvPr/>
        </p:nvCxnSpPr>
        <p:spPr>
          <a:xfrm flipH="1" flipV="1">
            <a:off x="6553202"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a:stCxn id="154" idx="5"/>
          </p:cNvCxnSpPr>
          <p:nvPr/>
        </p:nvCxnSpPr>
        <p:spPr>
          <a:xfrm flipH="1">
            <a:off x="7143752" y="4002187"/>
            <a:ext cx="1387503" cy="658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a:stCxn id="155" idx="4"/>
          </p:cNvCxnSpPr>
          <p:nvPr/>
        </p:nvCxnSpPr>
        <p:spPr>
          <a:xfrm flipH="1">
            <a:off x="7162802" y="3651464"/>
            <a:ext cx="613689" cy="9902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9" name="椭圆 148"/>
          <p:cNvSpPr/>
          <p:nvPr/>
        </p:nvSpPr>
        <p:spPr>
          <a:xfrm flipH="1">
            <a:off x="11409996" y="333717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flipH="1">
            <a:off x="7066444"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flipH="1">
            <a:off x="6472276"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flipH="1">
            <a:off x="8505701" y="385324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nvSpPr>
        <p:spPr>
          <a:xfrm flipH="1">
            <a:off x="7651473" y="3401428"/>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连接符 155"/>
          <p:cNvCxnSpPr>
            <a:cxnSpLocks/>
            <a:stCxn id="152" idx="6"/>
          </p:cNvCxnSpPr>
          <p:nvPr/>
        </p:nvCxnSpPr>
        <p:spPr>
          <a:xfrm flipH="1">
            <a:off x="6435792" y="4691284"/>
            <a:ext cx="630652" cy="1797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a:cxnSpLocks/>
            <a:stCxn id="153" idx="5"/>
          </p:cNvCxnSpPr>
          <p:nvPr/>
        </p:nvCxnSpPr>
        <p:spPr>
          <a:xfrm flipH="1">
            <a:off x="6326338" y="4149630"/>
            <a:ext cx="166851" cy="611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a:endCxn id="207"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a:stCxn id="152" idx="6"/>
          </p:cNvCxnSpPr>
          <p:nvPr/>
        </p:nvCxnSpPr>
        <p:spPr>
          <a:xfrm flipH="1">
            <a:off x="6496052" y="4691284"/>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a:cxnSpLocks/>
          </p:cNvCxnSpPr>
          <p:nvPr/>
        </p:nvCxnSpPr>
        <p:spPr>
          <a:xfrm flipH="1" flipV="1">
            <a:off x="6326338" y="4980443"/>
            <a:ext cx="169714" cy="421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cxnSpLocks/>
            <a:endCxn id="149" idx="4"/>
          </p:cNvCxnSpPr>
          <p:nvPr/>
        </p:nvCxnSpPr>
        <p:spPr>
          <a:xfrm flipV="1">
            <a:off x="10776717" y="3587213"/>
            <a:ext cx="758297" cy="6155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cxnSpLocks/>
            <a:endCxn id="165"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5" name="椭圆 164"/>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a:off x="1432151" y="319282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p:cNvCxnSpPr>
            <a:stCxn id="165" idx="2"/>
            <a:endCxn id="166" idx="5"/>
          </p:cNvCxnSpPr>
          <p:nvPr/>
        </p:nvCxnSpPr>
        <p:spPr>
          <a:xfrm flipH="1">
            <a:off x="1554040" y="3014471"/>
            <a:ext cx="1170667" cy="300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a:endCxn id="208" idx="6"/>
          </p:cNvCxnSpPr>
          <p:nvPr/>
        </p:nvCxnSpPr>
        <p:spPr>
          <a:xfrm flipH="1" flipV="1">
            <a:off x="4568689" y="3482308"/>
            <a:ext cx="949337" cy="5940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a:stCxn id="165" idx="0"/>
            <a:endCxn id="170"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0" name="椭圆 169"/>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直接连接符 171"/>
          <p:cNvCxnSpPr>
            <a:stCxn id="203" idx="2"/>
            <a:endCxn id="170"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a:endCxn id="219" idx="5"/>
          </p:cNvCxnSpPr>
          <p:nvPr/>
        </p:nvCxnSpPr>
        <p:spPr>
          <a:xfrm flipV="1">
            <a:off x="5029427" y="1583824"/>
            <a:ext cx="1555174" cy="398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a:endCxn id="202"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a:stCxn id="202"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a:cxnSpLocks/>
            <a:stCxn id="203"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a:cxnSpLocks/>
            <a:endCxn id="166" idx="4"/>
          </p:cNvCxnSpPr>
          <p:nvPr/>
        </p:nvCxnSpPr>
        <p:spPr>
          <a:xfrm flipH="1" flipV="1">
            <a:off x="1503552" y="3335623"/>
            <a:ext cx="1216436" cy="1487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206" idx="1"/>
            <a:endCxn id="166" idx="4"/>
          </p:cNvCxnSpPr>
          <p:nvPr/>
        </p:nvCxnSpPr>
        <p:spPr>
          <a:xfrm flipH="1" flipV="1">
            <a:off x="1503552" y="3335623"/>
            <a:ext cx="1721547" cy="2615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a:stCxn id="206" idx="7"/>
            <a:endCxn id="208" idx="2"/>
          </p:cNvCxnSpPr>
          <p:nvPr/>
        </p:nvCxnSpPr>
        <p:spPr>
          <a:xfrm flipV="1">
            <a:off x="3348488" y="3482308"/>
            <a:ext cx="970165" cy="114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a:stCxn id="206" idx="3"/>
          </p:cNvCxnSpPr>
          <p:nvPr/>
        </p:nvCxnSpPr>
        <p:spPr>
          <a:xfrm flipH="1">
            <a:off x="2854098" y="3720567"/>
            <a:ext cx="371001" cy="10926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a:stCxn id="204" idx="3"/>
          </p:cNvCxnSpPr>
          <p:nvPr/>
        </p:nvCxnSpPr>
        <p:spPr>
          <a:xfrm flipV="1">
            <a:off x="4913881"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a:stCxn id="206" idx="5"/>
          </p:cNvCxnSpPr>
          <p:nvPr/>
        </p:nvCxnSpPr>
        <p:spPr>
          <a:xfrm>
            <a:off x="3348488" y="3720567"/>
            <a:ext cx="1620160" cy="9402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a:stCxn id="208" idx="4"/>
          </p:cNvCxnSpPr>
          <p:nvPr/>
        </p:nvCxnSpPr>
        <p:spPr>
          <a:xfrm>
            <a:off x="4443671" y="3607326"/>
            <a:ext cx="505927" cy="1034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p:cNvSpPr/>
          <p:nvPr/>
        </p:nvSpPr>
        <p:spPr>
          <a:xfrm>
            <a:off x="4891220"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a:off x="5497322"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p:cNvSpPr/>
          <p:nvPr/>
        </p:nvSpPr>
        <p:spPr>
          <a:xfrm>
            <a:off x="3199545" y="357162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a:off x="4318653" y="3357290"/>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9" name="直接连接符 208"/>
          <p:cNvCxnSpPr>
            <a:endCxn id="204" idx="4"/>
          </p:cNvCxnSpPr>
          <p:nvPr/>
        </p:nvCxnSpPr>
        <p:spPr>
          <a:xfrm flipV="1">
            <a:off x="4378098" y="4768652"/>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a:stCxn id="165" idx="4"/>
            <a:endCxn id="206" idx="1"/>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a:cxnSpLocks/>
            <a:endCxn id="204" idx="2"/>
          </p:cNvCxnSpPr>
          <p:nvPr/>
        </p:nvCxnSpPr>
        <p:spPr>
          <a:xfrm flipV="1">
            <a:off x="2899380" y="4691284"/>
            <a:ext cx="1991840" cy="1320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a:cxnSpLocks/>
            <a:stCxn id="204" idx="6"/>
          </p:cNvCxnSpPr>
          <p:nvPr/>
        </p:nvCxnSpPr>
        <p:spPr>
          <a:xfrm>
            <a:off x="5045956" y="4691284"/>
            <a:ext cx="1202986" cy="2571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a:cxnSpLocks/>
            <a:stCxn id="205" idx="5"/>
          </p:cNvCxnSpPr>
          <p:nvPr/>
        </p:nvCxnSpPr>
        <p:spPr>
          <a:xfrm>
            <a:off x="5619211" y="4149630"/>
            <a:ext cx="597673" cy="721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6" name="椭圆 215"/>
          <p:cNvSpPr/>
          <p:nvPr/>
        </p:nvSpPr>
        <p:spPr>
          <a:xfrm>
            <a:off x="6445422" y="5322724"/>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椭圆 218"/>
          <p:cNvSpPr/>
          <p:nvPr/>
        </p:nvSpPr>
        <p:spPr>
          <a:xfrm flipH="1">
            <a:off x="6553201" y="1400811"/>
            <a:ext cx="214413" cy="214413"/>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0" name="直接连接符 219"/>
          <p:cNvCxnSpPr>
            <a:stCxn id="202" idx="5"/>
            <a:endCxn id="151"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3" name="椭圆 222"/>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p:cNvSpPr/>
          <p:nvPr/>
        </p:nvSpPr>
        <p:spPr>
          <a:xfrm>
            <a:off x="958024" y="2489770"/>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p:cNvSpPr/>
          <p:nvPr/>
        </p:nvSpPr>
        <p:spPr>
          <a:xfrm>
            <a:off x="267945" y="347334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7" name="直接连接符 226"/>
          <p:cNvCxnSpPr>
            <a:stCxn id="225" idx="0"/>
            <a:endCxn id="224" idx="3"/>
          </p:cNvCxnSpPr>
          <p:nvPr/>
        </p:nvCxnSpPr>
        <p:spPr>
          <a:xfrm flipV="1">
            <a:off x="392963" y="2638713"/>
            <a:ext cx="590615" cy="834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a:cxnSpLocks/>
            <a:stCxn id="225" idx="5"/>
          </p:cNvCxnSpPr>
          <p:nvPr/>
        </p:nvCxnSpPr>
        <p:spPr>
          <a:xfrm>
            <a:off x="481364" y="3686766"/>
            <a:ext cx="2238624" cy="11365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6" name="文本框 255"/>
          <p:cNvSpPr txBox="1"/>
          <p:nvPr/>
        </p:nvSpPr>
        <p:spPr>
          <a:xfrm>
            <a:off x="4166385" y="400259"/>
            <a:ext cx="3897747" cy="707886"/>
          </a:xfrm>
          <a:prstGeom prst="rect">
            <a:avLst/>
          </a:prstGeom>
          <a:noFill/>
        </p:spPr>
        <p:txBody>
          <a:bodyPr wrap="square" rtlCol="0">
            <a:spAutoFit/>
          </a:bodyPr>
          <a:lstStyle/>
          <a:p>
            <a:pPr algn="ctr"/>
            <a:r>
              <a:rPr lang="en-US" altLang="zh-CN" sz="4000"/>
              <a:t>Introduction</a:t>
            </a:r>
            <a:endParaRPr lang="zh-CN" altLang="en-US" sz="4000"/>
          </a:p>
        </p:txBody>
      </p:sp>
      <p:sp>
        <p:nvSpPr>
          <p:cNvPr id="2" name="AutoShape 2">
            <a:extLst>
              <a:ext uri="{FF2B5EF4-FFF2-40B4-BE49-F238E27FC236}">
                <a16:creationId xmlns:a16="http://schemas.microsoft.com/office/drawing/2014/main" id="{10611B7D-1407-3308-A5C6-AE5EC6882D8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文本框 11">
            <a:extLst>
              <a:ext uri="{FF2B5EF4-FFF2-40B4-BE49-F238E27FC236}">
                <a16:creationId xmlns:a16="http://schemas.microsoft.com/office/drawing/2014/main" id="{1B05C7D6-D708-43BB-52AB-87C544C5349E}"/>
              </a:ext>
            </a:extLst>
          </p:cNvPr>
          <p:cNvSpPr txBox="1"/>
          <p:nvPr/>
        </p:nvSpPr>
        <p:spPr>
          <a:xfrm>
            <a:off x="1340861" y="1247620"/>
            <a:ext cx="9370008" cy="461665"/>
          </a:xfrm>
          <a:prstGeom prst="rect">
            <a:avLst/>
          </a:prstGeom>
          <a:noFill/>
        </p:spPr>
        <p:txBody>
          <a:bodyPr wrap="square" rtlCol="0">
            <a:spAutoFit/>
          </a:bodyPr>
          <a:lstStyle/>
          <a:p>
            <a:r>
              <a:rPr lang="en-US" altLang="zh-CN" sz="2400"/>
              <a:t>Copyright protection: Watermark and Model parameter protection</a:t>
            </a:r>
            <a:endParaRPr lang="zh-CN" altLang="en-US" sz="2400"/>
          </a:p>
        </p:txBody>
      </p:sp>
      <p:pic>
        <p:nvPicPr>
          <p:cNvPr id="6" name="图片 5">
            <a:extLst>
              <a:ext uri="{FF2B5EF4-FFF2-40B4-BE49-F238E27FC236}">
                <a16:creationId xmlns:a16="http://schemas.microsoft.com/office/drawing/2014/main" id="{B905851A-8714-6C65-312B-AAE088B221BA}"/>
              </a:ext>
            </a:extLst>
          </p:cNvPr>
          <p:cNvPicPr>
            <a:picLocks noChangeAspect="1"/>
          </p:cNvPicPr>
          <p:nvPr/>
        </p:nvPicPr>
        <p:blipFill>
          <a:blip r:embed="rId3"/>
          <a:stretch>
            <a:fillRect/>
          </a:stretch>
        </p:blipFill>
        <p:spPr>
          <a:xfrm>
            <a:off x="1330437" y="1782903"/>
            <a:ext cx="4578387" cy="4338994"/>
          </a:xfrm>
          <a:prstGeom prst="rect">
            <a:avLst/>
          </a:prstGeom>
        </p:spPr>
      </p:pic>
      <p:sp>
        <p:nvSpPr>
          <p:cNvPr id="8" name="文本框 7">
            <a:extLst>
              <a:ext uri="{FF2B5EF4-FFF2-40B4-BE49-F238E27FC236}">
                <a16:creationId xmlns:a16="http://schemas.microsoft.com/office/drawing/2014/main" id="{F296824A-7862-A52D-DB5A-CFFC377D6744}"/>
              </a:ext>
            </a:extLst>
          </p:cNvPr>
          <p:cNvSpPr txBox="1"/>
          <p:nvPr/>
        </p:nvSpPr>
        <p:spPr>
          <a:xfrm>
            <a:off x="1440221" y="6251419"/>
            <a:ext cx="4886117" cy="369332"/>
          </a:xfrm>
          <a:prstGeom prst="rect">
            <a:avLst/>
          </a:prstGeom>
          <a:noFill/>
        </p:spPr>
        <p:txBody>
          <a:bodyPr wrap="square">
            <a:spAutoFit/>
          </a:bodyPr>
          <a:lstStyle/>
          <a:p>
            <a:r>
              <a:rPr lang="en-US" altLang="zh-CN" i="1"/>
              <a:t>“</a:t>
            </a:r>
            <a:r>
              <a:rPr lang="zh-CN" altLang="en-US" i="1"/>
              <a:t>A Watermark for Large Language Models</a:t>
            </a:r>
            <a:r>
              <a:rPr lang="en-US" altLang="zh-CN" i="1"/>
              <a:t>”</a:t>
            </a:r>
            <a:endParaRPr lang="zh-CN" altLang="en-US" i="1"/>
          </a:p>
        </p:txBody>
      </p:sp>
      <p:pic>
        <p:nvPicPr>
          <p:cNvPr id="10" name="图片 9">
            <a:extLst>
              <a:ext uri="{FF2B5EF4-FFF2-40B4-BE49-F238E27FC236}">
                <a16:creationId xmlns:a16="http://schemas.microsoft.com/office/drawing/2014/main" id="{61E8BEA4-559B-949A-2957-9AFDF54A4EC0}"/>
              </a:ext>
            </a:extLst>
          </p:cNvPr>
          <p:cNvPicPr>
            <a:picLocks noChangeAspect="1"/>
          </p:cNvPicPr>
          <p:nvPr/>
        </p:nvPicPr>
        <p:blipFill>
          <a:blip r:embed="rId4"/>
          <a:stretch>
            <a:fillRect/>
          </a:stretch>
        </p:blipFill>
        <p:spPr>
          <a:xfrm>
            <a:off x="6359152" y="2430754"/>
            <a:ext cx="5640325" cy="2812520"/>
          </a:xfrm>
          <a:prstGeom prst="rect">
            <a:avLst/>
          </a:prstGeom>
        </p:spPr>
      </p:pic>
      <p:sp>
        <p:nvSpPr>
          <p:cNvPr id="11" name="文本框 10">
            <a:extLst>
              <a:ext uri="{FF2B5EF4-FFF2-40B4-BE49-F238E27FC236}">
                <a16:creationId xmlns:a16="http://schemas.microsoft.com/office/drawing/2014/main" id="{10CC2E84-BC90-CF0A-C83D-3C45A378087F}"/>
              </a:ext>
            </a:extLst>
          </p:cNvPr>
          <p:cNvSpPr txBox="1"/>
          <p:nvPr/>
        </p:nvSpPr>
        <p:spPr>
          <a:xfrm>
            <a:off x="6720116" y="5475617"/>
            <a:ext cx="4886117" cy="923330"/>
          </a:xfrm>
          <a:prstGeom prst="rect">
            <a:avLst/>
          </a:prstGeom>
          <a:noFill/>
        </p:spPr>
        <p:txBody>
          <a:bodyPr wrap="square">
            <a:spAutoFit/>
          </a:bodyPr>
          <a:lstStyle/>
          <a:p>
            <a:r>
              <a:rPr lang="en-US" altLang="zh-CN" i="1"/>
              <a:t>“Are You Copying My Model? Protecting the Copyright of Large Language Models for EaaS via Backdoor Watermark.”</a:t>
            </a:r>
            <a:endParaRPr lang="zh-CN" altLang="en-US" i="1"/>
          </a:p>
        </p:txBody>
      </p:sp>
    </p:spTree>
    <p:extLst>
      <p:ext uri="{BB962C8B-B14F-4D97-AF65-F5344CB8AC3E}">
        <p14:creationId xmlns:p14="http://schemas.microsoft.com/office/powerpoint/2010/main" val="967436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a:extLst>
            <a:ext uri="{FF2B5EF4-FFF2-40B4-BE49-F238E27FC236}">
              <a16:creationId xmlns:a16="http://schemas.microsoft.com/office/drawing/2014/main" id="{D8149250-9FB1-7F70-401E-087AB3159F3D}"/>
            </a:ext>
          </a:extLst>
        </p:cNvPr>
        <p:cNvGrpSpPr/>
        <p:nvPr/>
      </p:nvGrpSpPr>
      <p:grpSpPr>
        <a:xfrm>
          <a:off x="0" y="0"/>
          <a:ext cx="0" cy="0"/>
          <a:chOff x="0" y="0"/>
          <a:chExt cx="0" cy="0"/>
        </a:xfrm>
      </p:grpSpPr>
      <p:cxnSp>
        <p:nvCxnSpPr>
          <p:cNvPr id="100" name="直接连接符 99">
            <a:extLst>
              <a:ext uri="{FF2B5EF4-FFF2-40B4-BE49-F238E27FC236}">
                <a16:creationId xmlns:a16="http://schemas.microsoft.com/office/drawing/2014/main" id="{995C9E00-6A75-7944-3A8C-83FFE5AE5D51}"/>
              </a:ext>
            </a:extLst>
          </p:cNvPr>
          <p:cNvCxnSpPr>
            <a:stCxn id="224" idx="7"/>
            <a:endCxn id="165" idx="1"/>
          </p:cNvCxnSpPr>
          <p:nvPr/>
        </p:nvCxnSpPr>
        <p:spPr>
          <a:xfrm>
            <a:off x="1106967" y="2515324"/>
            <a:ext cx="1654357" cy="410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C3994658-13F3-58A9-040C-7BA53D04A152}"/>
              </a:ext>
            </a:extLst>
          </p:cNvPr>
          <p:cNvCxnSpPr>
            <a:cxnSpLocks/>
            <a:endCxn id="223"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9327A1F2-2F65-DCEB-07FE-6A2ADBBCA528}"/>
              </a:ext>
            </a:extLst>
          </p:cNvPr>
          <p:cNvCxnSpPr>
            <a:endCxn id="155" idx="0"/>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A740B42E-B781-AE7D-4C67-09F0138BC802}"/>
              </a:ext>
            </a:extLst>
          </p:cNvPr>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A6996D13-2022-84FD-D23D-65F4DDCF853B}"/>
              </a:ext>
            </a:extLst>
          </p:cNvPr>
          <p:cNvCxnSpPr>
            <a:cxnSpLocks/>
            <a:endCxn id="126"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F1AB6670-650E-A352-1F11-EB048C9D234E}"/>
              </a:ext>
            </a:extLst>
          </p:cNvPr>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2FEB2451-A114-ACFA-9486-E51D421D027B}"/>
              </a:ext>
            </a:extLst>
          </p:cNvPr>
          <p:cNvCxnSpPr>
            <a:stCxn id="125" idx="4"/>
            <a:endCxn id="154" idx="0"/>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椭圆 124">
            <a:extLst>
              <a:ext uri="{FF2B5EF4-FFF2-40B4-BE49-F238E27FC236}">
                <a16:creationId xmlns:a16="http://schemas.microsoft.com/office/drawing/2014/main" id="{056A67E4-A708-FFD6-6DBF-F345DA4FF7E8}"/>
              </a:ext>
            </a:extLst>
          </p:cNvPr>
          <p:cNvSpPr/>
          <p:nvPr/>
        </p:nvSpPr>
        <p:spPr>
          <a:xfrm flipH="1">
            <a:off x="8244832" y="245548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C7DB9254-BBDF-78D4-077D-1CFD1D75C3B5}"/>
              </a:ext>
            </a:extLst>
          </p:cNvPr>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 name="直接连接符 126">
            <a:extLst>
              <a:ext uri="{FF2B5EF4-FFF2-40B4-BE49-F238E27FC236}">
                <a16:creationId xmlns:a16="http://schemas.microsoft.com/office/drawing/2014/main" id="{0A6B306A-A077-AFBB-C693-D1441466906A}"/>
              </a:ext>
            </a:extLst>
          </p:cNvPr>
          <p:cNvCxnSpPr>
            <a:stCxn id="125" idx="3"/>
            <a:endCxn id="126"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7FB78D70-D923-FF03-1973-A2B6CF5E7FCA}"/>
              </a:ext>
            </a:extLst>
          </p:cNvPr>
          <p:cNvCxnSpPr>
            <a:endCxn id="155" idx="6"/>
          </p:cNvCxnSpPr>
          <p:nvPr/>
        </p:nvCxnSpPr>
        <p:spPr>
          <a:xfrm flipV="1">
            <a:off x="6594375" y="3526446"/>
            <a:ext cx="1057098" cy="5499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C4273CF-C1DB-7B6C-8BC8-3F0563D51FE2}"/>
              </a:ext>
            </a:extLst>
          </p:cNvPr>
          <p:cNvCxnSpPr>
            <a:stCxn id="125" idx="0"/>
            <a:endCxn id="133" idx="3"/>
          </p:cNvCxnSpPr>
          <p:nvPr/>
        </p:nvCxnSpPr>
        <p:spPr>
          <a:xfrm flipH="1" flipV="1">
            <a:off x="7839239" y="1505772"/>
            <a:ext cx="530611" cy="9497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DD88A807-A3EB-BC12-7FB2-4F701F7ADB8C}"/>
              </a:ext>
            </a:extLst>
          </p:cNvPr>
          <p:cNvCxnSpPr>
            <a:cxnSpLocks/>
            <a:endCxn id="151"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61E310DA-736B-F68A-C025-53A6CB80F4F3}"/>
              </a:ext>
            </a:extLst>
          </p:cNvPr>
          <p:cNvCxnSpPr>
            <a:stCxn id="219" idx="2"/>
            <a:endCxn id="133" idx="7"/>
          </p:cNvCxnSpPr>
          <p:nvPr/>
        </p:nvCxnSpPr>
        <p:spPr>
          <a:xfrm flipV="1">
            <a:off x="6767614" y="1382383"/>
            <a:ext cx="948236" cy="1256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49CB9FA2-3265-E588-3C36-C9A3E437CA69}"/>
              </a:ext>
            </a:extLst>
          </p:cNvPr>
          <p:cNvCxnSpPr>
            <a:cxnSpLocks/>
            <a:endCxn id="133" idx="4"/>
          </p:cNvCxnSpPr>
          <p:nvPr/>
        </p:nvCxnSpPr>
        <p:spPr>
          <a:xfrm flipV="1">
            <a:off x="7749687" y="1531326"/>
            <a:ext cx="27857" cy="10106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3D93FF7D-D8A2-371B-76ED-19AA4AFFEF7F}"/>
              </a:ext>
            </a:extLst>
          </p:cNvPr>
          <p:cNvSpPr/>
          <p:nvPr/>
        </p:nvSpPr>
        <p:spPr>
          <a:xfrm flipH="1">
            <a:off x="7690296" y="135682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a:extLst>
              <a:ext uri="{FF2B5EF4-FFF2-40B4-BE49-F238E27FC236}">
                <a16:creationId xmlns:a16="http://schemas.microsoft.com/office/drawing/2014/main" id="{225C7E51-15CC-4464-238D-B216D9AFC3BA}"/>
              </a:ext>
            </a:extLst>
          </p:cNvPr>
          <p:cNvCxnSpPr>
            <a:stCxn id="219" idx="4"/>
          </p:cNvCxnSpPr>
          <p:nvPr/>
        </p:nvCxnSpPr>
        <p:spPr>
          <a:xfrm flipH="1">
            <a:off x="6502403" y="1615224"/>
            <a:ext cx="158004" cy="7441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E3F03FC-4BE7-20C6-E8C5-1C4CA12B0B6D}"/>
              </a:ext>
            </a:extLst>
          </p:cNvPr>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9AB1DE89-C93B-324D-C221-522718E1CC87}"/>
              </a:ext>
            </a:extLst>
          </p:cNvPr>
          <p:cNvCxnSpPr>
            <a:endCxn id="155" idx="7"/>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656044E3-4698-4267-11B0-2C951EAE777C}"/>
              </a:ext>
            </a:extLst>
          </p:cNvPr>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69B8B14E-9107-E119-7881-70E4D56F91DD}"/>
              </a:ext>
            </a:extLst>
          </p:cNvPr>
          <p:cNvCxnSpPr>
            <a:cxnSpLocks/>
            <a:stCxn id="219" idx="3"/>
          </p:cNvCxnSpPr>
          <p:nvPr/>
        </p:nvCxnSpPr>
        <p:spPr>
          <a:xfrm>
            <a:off x="6736214" y="1583824"/>
            <a:ext cx="950048" cy="9844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2C540EB7-4AC9-6DF9-4A66-BFAC7099AECD}"/>
              </a:ext>
            </a:extLst>
          </p:cNvPr>
          <p:cNvCxnSpPr>
            <a:stCxn id="126" idx="2"/>
            <a:endCxn id="149" idx="6"/>
          </p:cNvCxnSpPr>
          <p:nvPr/>
        </p:nvCxnSpPr>
        <p:spPr>
          <a:xfrm>
            <a:off x="9916317" y="3343266"/>
            <a:ext cx="1493679" cy="1189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79C06BD9-610A-389D-EFBC-7DA8F9AA4C47}"/>
              </a:ext>
            </a:extLst>
          </p:cNvPr>
          <p:cNvCxnSpPr>
            <a:cxnSpLocks/>
            <a:endCxn id="126" idx="5"/>
          </p:cNvCxnSpPr>
          <p:nvPr/>
        </p:nvCxnSpPr>
        <p:spPr>
          <a:xfrm flipV="1">
            <a:off x="9366141" y="3393754"/>
            <a:ext cx="428287" cy="13661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AAA7630B-00A1-AB10-69C9-6E9051A7307C}"/>
              </a:ext>
            </a:extLst>
          </p:cNvPr>
          <p:cNvCxnSpPr>
            <a:cxnSpLocks/>
            <a:endCxn id="126"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3F5475D2-B115-296F-95B6-166DF3F5FBAD}"/>
              </a:ext>
            </a:extLst>
          </p:cNvPr>
          <p:cNvCxnSpPr>
            <a:stCxn id="154" idx="2"/>
            <a:endCxn id="126" idx="4"/>
          </p:cNvCxnSpPr>
          <p:nvPr/>
        </p:nvCxnSpPr>
        <p:spPr>
          <a:xfrm flipV="1">
            <a:off x="8680198" y="3414667"/>
            <a:ext cx="1164718" cy="5258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3CD0CFFD-3E41-97D4-A15C-A4F302746DD1}"/>
              </a:ext>
            </a:extLst>
          </p:cNvPr>
          <p:cNvCxnSpPr>
            <a:stCxn id="154" idx="6"/>
            <a:endCxn id="155" idx="3"/>
          </p:cNvCxnSpPr>
          <p:nvPr/>
        </p:nvCxnSpPr>
        <p:spPr>
          <a:xfrm flipH="1" flipV="1">
            <a:off x="7864892" y="3614847"/>
            <a:ext cx="640809" cy="3256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258C3295-F6A0-A81B-DACB-43DC3BB45AC1}"/>
              </a:ext>
            </a:extLst>
          </p:cNvPr>
          <p:cNvCxnSpPr>
            <a:stCxn id="154" idx="3"/>
          </p:cNvCxnSpPr>
          <p:nvPr/>
        </p:nvCxnSpPr>
        <p:spPr>
          <a:xfrm>
            <a:off x="8654644" y="4002187"/>
            <a:ext cx="603658" cy="810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25468FC5-5E7E-2B1F-7A65-A5A2A43D79C8}"/>
              </a:ext>
            </a:extLst>
          </p:cNvPr>
          <p:cNvCxnSpPr>
            <a:stCxn id="152" idx="3"/>
          </p:cNvCxnSpPr>
          <p:nvPr/>
        </p:nvCxnSpPr>
        <p:spPr>
          <a:xfrm flipH="1" flipV="1">
            <a:off x="6553202"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E337782C-DF1F-79D2-273C-B563C21F3A9D}"/>
              </a:ext>
            </a:extLst>
          </p:cNvPr>
          <p:cNvCxnSpPr>
            <a:stCxn id="154" idx="5"/>
          </p:cNvCxnSpPr>
          <p:nvPr/>
        </p:nvCxnSpPr>
        <p:spPr>
          <a:xfrm flipH="1">
            <a:off x="7143752" y="4002187"/>
            <a:ext cx="1387503" cy="658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FC5E8DEA-9618-77AC-81AF-5246B3ADA74A}"/>
              </a:ext>
            </a:extLst>
          </p:cNvPr>
          <p:cNvCxnSpPr>
            <a:stCxn id="155" idx="4"/>
          </p:cNvCxnSpPr>
          <p:nvPr/>
        </p:nvCxnSpPr>
        <p:spPr>
          <a:xfrm flipH="1">
            <a:off x="7162802" y="3651464"/>
            <a:ext cx="613689" cy="9902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9" name="椭圆 148">
            <a:extLst>
              <a:ext uri="{FF2B5EF4-FFF2-40B4-BE49-F238E27FC236}">
                <a16:creationId xmlns:a16="http://schemas.microsoft.com/office/drawing/2014/main" id="{58CBE884-0035-B61F-06F1-6F77EE4B10A6}"/>
              </a:ext>
            </a:extLst>
          </p:cNvPr>
          <p:cNvSpPr/>
          <p:nvPr/>
        </p:nvSpPr>
        <p:spPr>
          <a:xfrm flipH="1">
            <a:off x="11409996" y="333717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a:extLst>
              <a:ext uri="{FF2B5EF4-FFF2-40B4-BE49-F238E27FC236}">
                <a16:creationId xmlns:a16="http://schemas.microsoft.com/office/drawing/2014/main" id="{1AA683E8-10BF-21CB-DAA5-EF2E212C1351}"/>
              </a:ext>
            </a:extLst>
          </p:cNvPr>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a:extLst>
              <a:ext uri="{FF2B5EF4-FFF2-40B4-BE49-F238E27FC236}">
                <a16:creationId xmlns:a16="http://schemas.microsoft.com/office/drawing/2014/main" id="{ED5D4FE0-5E58-4489-14CF-22AEC8F2013C}"/>
              </a:ext>
            </a:extLst>
          </p:cNvPr>
          <p:cNvSpPr/>
          <p:nvPr/>
        </p:nvSpPr>
        <p:spPr>
          <a:xfrm flipH="1">
            <a:off x="7066444"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a:extLst>
              <a:ext uri="{FF2B5EF4-FFF2-40B4-BE49-F238E27FC236}">
                <a16:creationId xmlns:a16="http://schemas.microsoft.com/office/drawing/2014/main" id="{F2E60F69-316D-E23C-4A65-82C2B9CA50DB}"/>
              </a:ext>
            </a:extLst>
          </p:cNvPr>
          <p:cNvSpPr/>
          <p:nvPr/>
        </p:nvSpPr>
        <p:spPr>
          <a:xfrm flipH="1">
            <a:off x="6472276"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a:extLst>
              <a:ext uri="{FF2B5EF4-FFF2-40B4-BE49-F238E27FC236}">
                <a16:creationId xmlns:a16="http://schemas.microsoft.com/office/drawing/2014/main" id="{78B342C8-C2D2-6387-B3D0-044998149534}"/>
              </a:ext>
            </a:extLst>
          </p:cNvPr>
          <p:cNvSpPr/>
          <p:nvPr/>
        </p:nvSpPr>
        <p:spPr>
          <a:xfrm flipH="1">
            <a:off x="8505701" y="385324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a:extLst>
              <a:ext uri="{FF2B5EF4-FFF2-40B4-BE49-F238E27FC236}">
                <a16:creationId xmlns:a16="http://schemas.microsoft.com/office/drawing/2014/main" id="{27F364CD-F1BF-F97C-8B0E-59068041AC97}"/>
              </a:ext>
            </a:extLst>
          </p:cNvPr>
          <p:cNvSpPr/>
          <p:nvPr/>
        </p:nvSpPr>
        <p:spPr>
          <a:xfrm flipH="1">
            <a:off x="7651473" y="3401428"/>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连接符 155">
            <a:extLst>
              <a:ext uri="{FF2B5EF4-FFF2-40B4-BE49-F238E27FC236}">
                <a16:creationId xmlns:a16="http://schemas.microsoft.com/office/drawing/2014/main" id="{C5573EAE-2001-2FC2-1811-1E096DD93007}"/>
              </a:ext>
            </a:extLst>
          </p:cNvPr>
          <p:cNvCxnSpPr>
            <a:cxnSpLocks/>
            <a:stCxn id="152" idx="6"/>
          </p:cNvCxnSpPr>
          <p:nvPr/>
        </p:nvCxnSpPr>
        <p:spPr>
          <a:xfrm flipH="1">
            <a:off x="6435792" y="4691284"/>
            <a:ext cx="630652" cy="1797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163112A8-9F38-BE91-B8FC-02526F11B9A9}"/>
              </a:ext>
            </a:extLst>
          </p:cNvPr>
          <p:cNvCxnSpPr>
            <a:cxnSpLocks/>
            <a:stCxn id="153" idx="5"/>
          </p:cNvCxnSpPr>
          <p:nvPr/>
        </p:nvCxnSpPr>
        <p:spPr>
          <a:xfrm flipH="1">
            <a:off x="6326338" y="4149630"/>
            <a:ext cx="166851" cy="611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2678414A-982E-B8CD-3C96-882AB9698FAE}"/>
              </a:ext>
            </a:extLst>
          </p:cNvPr>
          <p:cNvCxnSpPr>
            <a:endCxn id="207"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62C07E73-D405-8947-7832-C4AAC810A52C}"/>
              </a:ext>
            </a:extLst>
          </p:cNvPr>
          <p:cNvCxnSpPr>
            <a:stCxn id="152" idx="6"/>
          </p:cNvCxnSpPr>
          <p:nvPr/>
        </p:nvCxnSpPr>
        <p:spPr>
          <a:xfrm flipH="1">
            <a:off x="6496052" y="4691284"/>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04FF5E20-26AA-808A-3D12-3757EFFD6BD4}"/>
              </a:ext>
            </a:extLst>
          </p:cNvPr>
          <p:cNvCxnSpPr>
            <a:cxnSpLocks/>
          </p:cNvCxnSpPr>
          <p:nvPr/>
        </p:nvCxnSpPr>
        <p:spPr>
          <a:xfrm flipH="1" flipV="1">
            <a:off x="6326338" y="4980443"/>
            <a:ext cx="169714" cy="421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DF72019B-D4AD-D04F-3774-A7F9BD25A2FF}"/>
              </a:ext>
            </a:extLst>
          </p:cNvPr>
          <p:cNvCxnSpPr>
            <a:cxnSpLocks/>
            <a:endCxn id="149" idx="4"/>
          </p:cNvCxnSpPr>
          <p:nvPr/>
        </p:nvCxnSpPr>
        <p:spPr>
          <a:xfrm flipV="1">
            <a:off x="10776717" y="3587213"/>
            <a:ext cx="758297" cy="6155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9E4BCC93-C35F-416B-5C34-932C4CBF1BA8}"/>
              </a:ext>
            </a:extLst>
          </p:cNvPr>
          <p:cNvCxnSpPr>
            <a:cxnSpLocks/>
            <a:endCxn id="165"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5" name="椭圆 164">
            <a:extLst>
              <a:ext uri="{FF2B5EF4-FFF2-40B4-BE49-F238E27FC236}">
                <a16:creationId xmlns:a16="http://schemas.microsoft.com/office/drawing/2014/main" id="{84678A85-B187-7634-62EB-EF9B5661DBD8}"/>
              </a:ext>
            </a:extLst>
          </p:cNvPr>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a:extLst>
              <a:ext uri="{FF2B5EF4-FFF2-40B4-BE49-F238E27FC236}">
                <a16:creationId xmlns:a16="http://schemas.microsoft.com/office/drawing/2014/main" id="{8DD5BD13-4139-BD72-96A8-79BBB9BB6572}"/>
              </a:ext>
            </a:extLst>
          </p:cNvPr>
          <p:cNvSpPr/>
          <p:nvPr/>
        </p:nvSpPr>
        <p:spPr>
          <a:xfrm>
            <a:off x="1432151" y="319282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a:extLst>
              <a:ext uri="{FF2B5EF4-FFF2-40B4-BE49-F238E27FC236}">
                <a16:creationId xmlns:a16="http://schemas.microsoft.com/office/drawing/2014/main" id="{C5AE32C0-8930-558A-B0CA-3596D2FA1AAA}"/>
              </a:ext>
            </a:extLst>
          </p:cNvPr>
          <p:cNvCxnSpPr>
            <a:stCxn id="165" idx="2"/>
            <a:endCxn id="166" idx="5"/>
          </p:cNvCxnSpPr>
          <p:nvPr/>
        </p:nvCxnSpPr>
        <p:spPr>
          <a:xfrm flipH="1">
            <a:off x="1554040" y="3014471"/>
            <a:ext cx="1170667" cy="300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F580DA4D-FE11-F9B4-6989-D89A8A08DB84}"/>
              </a:ext>
            </a:extLst>
          </p:cNvPr>
          <p:cNvCxnSpPr>
            <a:endCxn id="208" idx="6"/>
          </p:cNvCxnSpPr>
          <p:nvPr/>
        </p:nvCxnSpPr>
        <p:spPr>
          <a:xfrm flipH="1" flipV="1">
            <a:off x="4568689" y="3482308"/>
            <a:ext cx="949337" cy="5940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EA65856C-0E2A-8053-EDD6-3030200CF351}"/>
              </a:ext>
            </a:extLst>
          </p:cNvPr>
          <p:cNvCxnSpPr>
            <a:stCxn id="165" idx="0"/>
            <a:endCxn id="170"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0" name="椭圆 169">
            <a:extLst>
              <a:ext uri="{FF2B5EF4-FFF2-40B4-BE49-F238E27FC236}">
                <a16:creationId xmlns:a16="http://schemas.microsoft.com/office/drawing/2014/main" id="{72B8162C-6DB6-C6F3-9FD1-A95BE13F71DA}"/>
              </a:ext>
            </a:extLst>
          </p:cNvPr>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直接连接符 171">
            <a:extLst>
              <a:ext uri="{FF2B5EF4-FFF2-40B4-BE49-F238E27FC236}">
                <a16:creationId xmlns:a16="http://schemas.microsoft.com/office/drawing/2014/main" id="{D0994A22-B8C5-2156-A20F-229500611267}"/>
              </a:ext>
            </a:extLst>
          </p:cNvPr>
          <p:cNvCxnSpPr>
            <a:stCxn id="203" idx="2"/>
            <a:endCxn id="170"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B29D0D62-E859-7E35-DCE7-15F67ABAB0B6}"/>
              </a:ext>
            </a:extLst>
          </p:cNvPr>
          <p:cNvCxnSpPr>
            <a:endCxn id="219" idx="5"/>
          </p:cNvCxnSpPr>
          <p:nvPr/>
        </p:nvCxnSpPr>
        <p:spPr>
          <a:xfrm flipV="1">
            <a:off x="5029427" y="1583824"/>
            <a:ext cx="1555174" cy="398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CF676B5A-5AF5-19F2-1AEA-114135A091D6}"/>
              </a:ext>
            </a:extLst>
          </p:cNvPr>
          <p:cNvCxnSpPr>
            <a:endCxn id="202"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C58310C0-F988-EC25-CF9D-A697F70F7AEE}"/>
              </a:ext>
            </a:extLst>
          </p:cNvPr>
          <p:cNvCxnSpPr>
            <a:stCxn id="202"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D83866A1-129A-5DCB-2ACE-3E89335E3F05}"/>
              </a:ext>
            </a:extLst>
          </p:cNvPr>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08470453-C5A5-AC77-E7F0-D536BD7831D5}"/>
              </a:ext>
            </a:extLst>
          </p:cNvPr>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9A4A269E-F18D-4C1C-0D35-899214F7FA90}"/>
              </a:ext>
            </a:extLst>
          </p:cNvPr>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9299F43B-DB82-D956-D28B-7DDEC156A566}"/>
              </a:ext>
            </a:extLst>
          </p:cNvPr>
          <p:cNvCxnSpPr>
            <a:cxnSpLocks/>
            <a:stCxn id="203"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8D0C33F4-7180-39BA-81C1-FBC634B92F77}"/>
              </a:ext>
            </a:extLst>
          </p:cNvPr>
          <p:cNvCxnSpPr>
            <a:cxnSpLocks/>
            <a:endCxn id="166" idx="4"/>
          </p:cNvCxnSpPr>
          <p:nvPr/>
        </p:nvCxnSpPr>
        <p:spPr>
          <a:xfrm flipH="1" flipV="1">
            <a:off x="1503552" y="3335623"/>
            <a:ext cx="1216436" cy="1487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F9580532-2549-917F-BECC-943E2E474560}"/>
              </a:ext>
            </a:extLst>
          </p:cNvPr>
          <p:cNvCxnSpPr>
            <a:stCxn id="206" idx="1"/>
            <a:endCxn id="166" idx="4"/>
          </p:cNvCxnSpPr>
          <p:nvPr/>
        </p:nvCxnSpPr>
        <p:spPr>
          <a:xfrm flipH="1" flipV="1">
            <a:off x="1503552" y="3335623"/>
            <a:ext cx="1721547" cy="2615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BADFF28E-55C9-681F-EA16-935854BD8BB7}"/>
              </a:ext>
            </a:extLst>
          </p:cNvPr>
          <p:cNvCxnSpPr>
            <a:stCxn id="206" idx="7"/>
            <a:endCxn id="208" idx="2"/>
          </p:cNvCxnSpPr>
          <p:nvPr/>
        </p:nvCxnSpPr>
        <p:spPr>
          <a:xfrm flipV="1">
            <a:off x="3348488" y="3482308"/>
            <a:ext cx="970165" cy="114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A84FA172-FD63-032B-9610-8150CBFC5618}"/>
              </a:ext>
            </a:extLst>
          </p:cNvPr>
          <p:cNvCxnSpPr>
            <a:stCxn id="206" idx="3"/>
          </p:cNvCxnSpPr>
          <p:nvPr/>
        </p:nvCxnSpPr>
        <p:spPr>
          <a:xfrm flipH="1">
            <a:off x="2854098" y="3720567"/>
            <a:ext cx="371001" cy="10926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D8A5FAEA-5077-0BAB-1437-DEC4E5BE5B5B}"/>
              </a:ext>
            </a:extLst>
          </p:cNvPr>
          <p:cNvCxnSpPr>
            <a:stCxn id="204" idx="3"/>
          </p:cNvCxnSpPr>
          <p:nvPr/>
        </p:nvCxnSpPr>
        <p:spPr>
          <a:xfrm flipV="1">
            <a:off x="4913881"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ECF147B5-8F24-F173-6622-DF1C5D2124D6}"/>
              </a:ext>
            </a:extLst>
          </p:cNvPr>
          <p:cNvCxnSpPr>
            <a:stCxn id="206" idx="5"/>
          </p:cNvCxnSpPr>
          <p:nvPr/>
        </p:nvCxnSpPr>
        <p:spPr>
          <a:xfrm>
            <a:off x="3348488" y="3720567"/>
            <a:ext cx="1620160" cy="9402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37951A02-37C7-DD30-245C-144C87945D63}"/>
              </a:ext>
            </a:extLst>
          </p:cNvPr>
          <p:cNvCxnSpPr>
            <a:stCxn id="208" idx="4"/>
          </p:cNvCxnSpPr>
          <p:nvPr/>
        </p:nvCxnSpPr>
        <p:spPr>
          <a:xfrm>
            <a:off x="4443671" y="3607326"/>
            <a:ext cx="505927" cy="1034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D159FFC5-F8E3-2DF3-00C2-BEE2CA1B9C47}"/>
              </a:ext>
            </a:extLst>
          </p:cNvPr>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a:extLst>
              <a:ext uri="{FF2B5EF4-FFF2-40B4-BE49-F238E27FC236}">
                <a16:creationId xmlns:a16="http://schemas.microsoft.com/office/drawing/2014/main" id="{058495B1-DAC6-39E8-DCB6-0EA8C2F16029}"/>
              </a:ext>
            </a:extLst>
          </p:cNvPr>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a:extLst>
              <a:ext uri="{FF2B5EF4-FFF2-40B4-BE49-F238E27FC236}">
                <a16:creationId xmlns:a16="http://schemas.microsoft.com/office/drawing/2014/main" id="{06F47E1C-8D89-B181-FA95-ABCC0FCBF9F5}"/>
              </a:ext>
            </a:extLst>
          </p:cNvPr>
          <p:cNvSpPr/>
          <p:nvPr/>
        </p:nvSpPr>
        <p:spPr>
          <a:xfrm>
            <a:off x="4891220"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a:extLst>
              <a:ext uri="{FF2B5EF4-FFF2-40B4-BE49-F238E27FC236}">
                <a16:creationId xmlns:a16="http://schemas.microsoft.com/office/drawing/2014/main" id="{620EB621-DB9A-8A1D-0496-B029B6F6023D}"/>
              </a:ext>
            </a:extLst>
          </p:cNvPr>
          <p:cNvSpPr/>
          <p:nvPr/>
        </p:nvSpPr>
        <p:spPr>
          <a:xfrm>
            <a:off x="5497322"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a:extLst>
              <a:ext uri="{FF2B5EF4-FFF2-40B4-BE49-F238E27FC236}">
                <a16:creationId xmlns:a16="http://schemas.microsoft.com/office/drawing/2014/main" id="{AF6612E4-44F9-F40C-6750-84E9C9FA6BA1}"/>
              </a:ext>
            </a:extLst>
          </p:cNvPr>
          <p:cNvSpPr/>
          <p:nvPr/>
        </p:nvSpPr>
        <p:spPr>
          <a:xfrm>
            <a:off x="3199545" y="3571624"/>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a:extLst>
              <a:ext uri="{FF2B5EF4-FFF2-40B4-BE49-F238E27FC236}">
                <a16:creationId xmlns:a16="http://schemas.microsoft.com/office/drawing/2014/main" id="{6301DAEB-EDD8-FCD1-8FEB-6D762F80CDEE}"/>
              </a:ext>
            </a:extLst>
          </p:cNvPr>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a:extLst>
              <a:ext uri="{FF2B5EF4-FFF2-40B4-BE49-F238E27FC236}">
                <a16:creationId xmlns:a16="http://schemas.microsoft.com/office/drawing/2014/main" id="{BEE3B052-FD41-3F81-1AC6-0C56E2C41E1F}"/>
              </a:ext>
            </a:extLst>
          </p:cNvPr>
          <p:cNvSpPr/>
          <p:nvPr/>
        </p:nvSpPr>
        <p:spPr>
          <a:xfrm>
            <a:off x="4318653" y="3357290"/>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9" name="直接连接符 208">
            <a:extLst>
              <a:ext uri="{FF2B5EF4-FFF2-40B4-BE49-F238E27FC236}">
                <a16:creationId xmlns:a16="http://schemas.microsoft.com/office/drawing/2014/main" id="{A10F3802-1684-FDA9-353A-D194B34FCF61}"/>
              </a:ext>
            </a:extLst>
          </p:cNvPr>
          <p:cNvCxnSpPr>
            <a:endCxn id="204" idx="4"/>
          </p:cNvCxnSpPr>
          <p:nvPr/>
        </p:nvCxnSpPr>
        <p:spPr>
          <a:xfrm flipV="1">
            <a:off x="4378098" y="4768652"/>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3A0BEB57-DA91-E5D1-9863-4E9ADDCA97C9}"/>
              </a:ext>
            </a:extLst>
          </p:cNvPr>
          <p:cNvCxnSpPr>
            <a:stCxn id="165" idx="4"/>
            <a:endCxn id="206" idx="1"/>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205671ED-D1CC-75C1-1B2E-E040C7E4DF4F}"/>
              </a:ext>
            </a:extLst>
          </p:cNvPr>
          <p:cNvCxnSpPr>
            <a:cxnSpLocks/>
            <a:endCxn id="204" idx="2"/>
          </p:cNvCxnSpPr>
          <p:nvPr/>
        </p:nvCxnSpPr>
        <p:spPr>
          <a:xfrm flipV="1">
            <a:off x="2899380" y="4691284"/>
            <a:ext cx="1991840" cy="1320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54D8BBEA-479D-E12C-DAA1-2DC1600F2F38}"/>
              </a:ext>
            </a:extLst>
          </p:cNvPr>
          <p:cNvCxnSpPr>
            <a:cxnSpLocks/>
            <a:stCxn id="204" idx="6"/>
          </p:cNvCxnSpPr>
          <p:nvPr/>
        </p:nvCxnSpPr>
        <p:spPr>
          <a:xfrm>
            <a:off x="5045956" y="4691284"/>
            <a:ext cx="1202986" cy="2571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61F6A4D4-689E-2C0E-44D9-2E6A55DACF1F}"/>
              </a:ext>
            </a:extLst>
          </p:cNvPr>
          <p:cNvCxnSpPr>
            <a:cxnSpLocks/>
            <a:stCxn id="205" idx="5"/>
          </p:cNvCxnSpPr>
          <p:nvPr/>
        </p:nvCxnSpPr>
        <p:spPr>
          <a:xfrm>
            <a:off x="5619211" y="4149630"/>
            <a:ext cx="597673" cy="721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6" name="椭圆 215">
            <a:extLst>
              <a:ext uri="{FF2B5EF4-FFF2-40B4-BE49-F238E27FC236}">
                <a16:creationId xmlns:a16="http://schemas.microsoft.com/office/drawing/2014/main" id="{22B28939-6C1C-0512-3FB4-8AB944CC2EF8}"/>
              </a:ext>
            </a:extLst>
          </p:cNvPr>
          <p:cNvSpPr/>
          <p:nvPr/>
        </p:nvSpPr>
        <p:spPr>
          <a:xfrm>
            <a:off x="6445422" y="5322724"/>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椭圆 218">
            <a:extLst>
              <a:ext uri="{FF2B5EF4-FFF2-40B4-BE49-F238E27FC236}">
                <a16:creationId xmlns:a16="http://schemas.microsoft.com/office/drawing/2014/main" id="{DEBE2094-244E-00D4-E15C-6141CD72B150}"/>
              </a:ext>
            </a:extLst>
          </p:cNvPr>
          <p:cNvSpPr/>
          <p:nvPr/>
        </p:nvSpPr>
        <p:spPr>
          <a:xfrm flipH="1">
            <a:off x="6553201" y="1400811"/>
            <a:ext cx="214413" cy="214413"/>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0" name="直接连接符 219">
            <a:extLst>
              <a:ext uri="{FF2B5EF4-FFF2-40B4-BE49-F238E27FC236}">
                <a16:creationId xmlns:a16="http://schemas.microsoft.com/office/drawing/2014/main" id="{4F09A458-F8F2-A6EE-DB8B-F13DA733C1AE}"/>
              </a:ext>
            </a:extLst>
          </p:cNvPr>
          <p:cNvCxnSpPr>
            <a:stCxn id="202" idx="5"/>
            <a:endCxn id="151"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3" name="椭圆 222">
            <a:extLst>
              <a:ext uri="{FF2B5EF4-FFF2-40B4-BE49-F238E27FC236}">
                <a16:creationId xmlns:a16="http://schemas.microsoft.com/office/drawing/2014/main" id="{DC473ABE-8D8E-6569-5FE1-116A8331DD9C}"/>
              </a:ext>
            </a:extLst>
          </p:cNvPr>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a:extLst>
              <a:ext uri="{FF2B5EF4-FFF2-40B4-BE49-F238E27FC236}">
                <a16:creationId xmlns:a16="http://schemas.microsoft.com/office/drawing/2014/main" id="{4294BE3E-FA2F-A20D-6C75-40A4F85134D6}"/>
              </a:ext>
            </a:extLst>
          </p:cNvPr>
          <p:cNvSpPr/>
          <p:nvPr/>
        </p:nvSpPr>
        <p:spPr>
          <a:xfrm>
            <a:off x="958024" y="2489770"/>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a:extLst>
              <a:ext uri="{FF2B5EF4-FFF2-40B4-BE49-F238E27FC236}">
                <a16:creationId xmlns:a16="http://schemas.microsoft.com/office/drawing/2014/main" id="{22DDFEF4-95BA-38DC-0530-72710A57F640}"/>
              </a:ext>
            </a:extLst>
          </p:cNvPr>
          <p:cNvSpPr/>
          <p:nvPr/>
        </p:nvSpPr>
        <p:spPr>
          <a:xfrm>
            <a:off x="267945" y="347334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7" name="直接连接符 226">
            <a:extLst>
              <a:ext uri="{FF2B5EF4-FFF2-40B4-BE49-F238E27FC236}">
                <a16:creationId xmlns:a16="http://schemas.microsoft.com/office/drawing/2014/main" id="{D5AEC427-E078-1FCF-881A-3D8107A71596}"/>
              </a:ext>
            </a:extLst>
          </p:cNvPr>
          <p:cNvCxnSpPr>
            <a:stCxn id="225" idx="0"/>
            <a:endCxn id="224" idx="3"/>
          </p:cNvCxnSpPr>
          <p:nvPr/>
        </p:nvCxnSpPr>
        <p:spPr>
          <a:xfrm flipV="1">
            <a:off x="392963" y="2638713"/>
            <a:ext cx="590615" cy="834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F9BD05B5-F1E2-9F7B-E23A-AE216E91E972}"/>
              </a:ext>
            </a:extLst>
          </p:cNvPr>
          <p:cNvCxnSpPr>
            <a:cxnSpLocks/>
            <a:stCxn id="225" idx="5"/>
          </p:cNvCxnSpPr>
          <p:nvPr/>
        </p:nvCxnSpPr>
        <p:spPr>
          <a:xfrm>
            <a:off x="481364" y="3686766"/>
            <a:ext cx="2238624" cy="11365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6" name="文本框 255">
            <a:extLst>
              <a:ext uri="{FF2B5EF4-FFF2-40B4-BE49-F238E27FC236}">
                <a16:creationId xmlns:a16="http://schemas.microsoft.com/office/drawing/2014/main" id="{5D4F92E9-06F1-5BA7-E951-416968D1B886}"/>
              </a:ext>
            </a:extLst>
          </p:cNvPr>
          <p:cNvSpPr txBox="1"/>
          <p:nvPr/>
        </p:nvSpPr>
        <p:spPr>
          <a:xfrm>
            <a:off x="4166385" y="400259"/>
            <a:ext cx="3897747" cy="707886"/>
          </a:xfrm>
          <a:prstGeom prst="rect">
            <a:avLst/>
          </a:prstGeom>
          <a:noFill/>
        </p:spPr>
        <p:txBody>
          <a:bodyPr wrap="square" rtlCol="0">
            <a:spAutoFit/>
          </a:bodyPr>
          <a:lstStyle/>
          <a:p>
            <a:pPr algn="ctr"/>
            <a:r>
              <a:rPr lang="en-US" altLang="zh-CN" sz="4000"/>
              <a:t>Introduction</a:t>
            </a:r>
            <a:endParaRPr lang="zh-CN" altLang="en-US" sz="4000"/>
          </a:p>
        </p:txBody>
      </p:sp>
      <p:sp>
        <p:nvSpPr>
          <p:cNvPr id="2" name="AutoShape 2">
            <a:extLst>
              <a:ext uri="{FF2B5EF4-FFF2-40B4-BE49-F238E27FC236}">
                <a16:creationId xmlns:a16="http://schemas.microsoft.com/office/drawing/2014/main" id="{1B4A8034-816D-9956-84BB-B6BFDA343DE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文本框 11">
            <a:extLst>
              <a:ext uri="{FF2B5EF4-FFF2-40B4-BE49-F238E27FC236}">
                <a16:creationId xmlns:a16="http://schemas.microsoft.com/office/drawing/2014/main" id="{A7954985-CAC6-F409-9AA2-5F1F3E7C0E74}"/>
              </a:ext>
            </a:extLst>
          </p:cNvPr>
          <p:cNvSpPr txBox="1"/>
          <p:nvPr/>
        </p:nvSpPr>
        <p:spPr>
          <a:xfrm>
            <a:off x="1340860" y="1247620"/>
            <a:ext cx="10194153" cy="1384995"/>
          </a:xfrm>
          <a:prstGeom prst="rect">
            <a:avLst/>
          </a:prstGeom>
          <a:noFill/>
        </p:spPr>
        <p:txBody>
          <a:bodyPr wrap="square" rtlCol="0">
            <a:spAutoFit/>
          </a:bodyPr>
          <a:lstStyle/>
          <a:p>
            <a:r>
              <a:rPr lang="en-US" altLang="zh-CN" sz="2800"/>
              <a:t>Knowledge Distillation: Model distillation transfers knowledge from a complex "teacher" model to a lightweighted "student" model.</a:t>
            </a:r>
            <a:endParaRPr lang="zh-CN" altLang="en-US" sz="2800"/>
          </a:p>
        </p:txBody>
      </p:sp>
      <p:sp>
        <p:nvSpPr>
          <p:cNvPr id="6" name="矩形 5">
            <a:extLst>
              <a:ext uri="{FF2B5EF4-FFF2-40B4-BE49-F238E27FC236}">
                <a16:creationId xmlns:a16="http://schemas.microsoft.com/office/drawing/2014/main" id="{16DAADEE-AF25-FB7F-052B-20F46EAF67C0}"/>
              </a:ext>
            </a:extLst>
          </p:cNvPr>
          <p:cNvSpPr/>
          <p:nvPr/>
        </p:nvSpPr>
        <p:spPr>
          <a:xfrm>
            <a:off x="2771547" y="2661808"/>
            <a:ext cx="1985125" cy="11248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2800"/>
              <a:t>Input</a:t>
            </a:r>
          </a:p>
          <a:p>
            <a:pPr algn="ctr"/>
            <a:r>
              <a:rPr lang="en-US" altLang="zh-CN" sz="2800"/>
              <a:t>(Prompt)</a:t>
            </a:r>
            <a:endParaRPr lang="zh-CN" altLang="en-US" sz="2800"/>
          </a:p>
        </p:txBody>
      </p:sp>
      <p:cxnSp>
        <p:nvCxnSpPr>
          <p:cNvPr id="8" name="直接箭头连接符 7">
            <a:extLst>
              <a:ext uri="{FF2B5EF4-FFF2-40B4-BE49-F238E27FC236}">
                <a16:creationId xmlns:a16="http://schemas.microsoft.com/office/drawing/2014/main" id="{C814F90B-8E89-89FA-D356-95E509814845}"/>
              </a:ext>
            </a:extLst>
          </p:cNvPr>
          <p:cNvCxnSpPr>
            <a:cxnSpLocks/>
            <a:stCxn id="6" idx="3"/>
            <a:endCxn id="9" idx="2"/>
          </p:cNvCxnSpPr>
          <p:nvPr/>
        </p:nvCxnSpPr>
        <p:spPr>
          <a:xfrm flipV="1">
            <a:off x="4756672" y="3187688"/>
            <a:ext cx="2212936" cy="365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椭圆 8">
            <a:extLst>
              <a:ext uri="{FF2B5EF4-FFF2-40B4-BE49-F238E27FC236}">
                <a16:creationId xmlns:a16="http://schemas.microsoft.com/office/drawing/2014/main" id="{2DD40FCD-A1F3-2BF0-D923-21404CC73944}"/>
              </a:ext>
            </a:extLst>
          </p:cNvPr>
          <p:cNvSpPr/>
          <p:nvPr/>
        </p:nvSpPr>
        <p:spPr>
          <a:xfrm>
            <a:off x="6969608" y="2541025"/>
            <a:ext cx="2487114" cy="1293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a:t>Teacher Model</a:t>
            </a:r>
            <a:endParaRPr lang="zh-CN" altLang="en-US" sz="2800"/>
          </a:p>
        </p:txBody>
      </p:sp>
      <p:sp>
        <p:nvSpPr>
          <p:cNvPr id="16" name="矩形 15">
            <a:extLst>
              <a:ext uri="{FF2B5EF4-FFF2-40B4-BE49-F238E27FC236}">
                <a16:creationId xmlns:a16="http://schemas.microsoft.com/office/drawing/2014/main" id="{E00FC702-0471-6CF2-B19F-DB22CC40A122}"/>
              </a:ext>
            </a:extLst>
          </p:cNvPr>
          <p:cNvSpPr/>
          <p:nvPr/>
        </p:nvSpPr>
        <p:spPr>
          <a:xfrm>
            <a:off x="1934145" y="4864180"/>
            <a:ext cx="3363649" cy="14006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2800"/>
              <a:t>Output Probabilities</a:t>
            </a:r>
          </a:p>
          <a:p>
            <a:pPr algn="ctr"/>
            <a:r>
              <a:rPr lang="en-US" altLang="zh-CN" sz="2800"/>
              <a:t>(Logits)</a:t>
            </a:r>
            <a:endParaRPr lang="zh-CN" altLang="en-US" sz="2800"/>
          </a:p>
        </p:txBody>
      </p:sp>
      <p:cxnSp>
        <p:nvCxnSpPr>
          <p:cNvPr id="17" name="直接箭头连接符 16">
            <a:extLst>
              <a:ext uri="{FF2B5EF4-FFF2-40B4-BE49-F238E27FC236}">
                <a16:creationId xmlns:a16="http://schemas.microsoft.com/office/drawing/2014/main" id="{198FCFE9-EE8D-A3EB-4798-9F3AE1341C0A}"/>
              </a:ext>
            </a:extLst>
          </p:cNvPr>
          <p:cNvCxnSpPr>
            <a:cxnSpLocks/>
            <a:stCxn id="9" idx="4"/>
            <a:endCxn id="16" idx="0"/>
          </p:cNvCxnSpPr>
          <p:nvPr/>
        </p:nvCxnSpPr>
        <p:spPr>
          <a:xfrm flipH="1">
            <a:off x="3615970" y="3834351"/>
            <a:ext cx="4597195" cy="1029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F94C6D34-A5D8-3644-E3A5-1504AB2C4237}"/>
              </a:ext>
            </a:extLst>
          </p:cNvPr>
          <p:cNvCxnSpPr>
            <a:cxnSpLocks/>
            <a:stCxn id="16" idx="3"/>
            <a:endCxn id="32" idx="2"/>
          </p:cNvCxnSpPr>
          <p:nvPr/>
        </p:nvCxnSpPr>
        <p:spPr>
          <a:xfrm>
            <a:off x="5297794" y="5564490"/>
            <a:ext cx="1723998" cy="43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文本框 30">
            <a:extLst>
              <a:ext uri="{FF2B5EF4-FFF2-40B4-BE49-F238E27FC236}">
                <a16:creationId xmlns:a16="http://schemas.microsoft.com/office/drawing/2014/main" id="{50B750B4-E4BD-4C6F-0AC2-2CBC974E6A7E}"/>
              </a:ext>
            </a:extLst>
          </p:cNvPr>
          <p:cNvSpPr txBox="1"/>
          <p:nvPr/>
        </p:nvSpPr>
        <p:spPr>
          <a:xfrm>
            <a:off x="5993193" y="5217472"/>
            <a:ext cx="633507" cy="369332"/>
          </a:xfrm>
          <a:prstGeom prst="rect">
            <a:avLst/>
          </a:prstGeom>
          <a:noFill/>
        </p:spPr>
        <p:txBody>
          <a:bodyPr wrap="none" rtlCol="0">
            <a:spAutoFit/>
          </a:bodyPr>
          <a:lstStyle/>
          <a:p>
            <a:r>
              <a:rPr lang="en-US" altLang="zh-CN"/>
              <a:t>train</a:t>
            </a:r>
            <a:endParaRPr lang="zh-CN" altLang="en-US"/>
          </a:p>
        </p:txBody>
      </p:sp>
      <p:sp>
        <p:nvSpPr>
          <p:cNvPr id="32" name="椭圆 31">
            <a:extLst>
              <a:ext uri="{FF2B5EF4-FFF2-40B4-BE49-F238E27FC236}">
                <a16:creationId xmlns:a16="http://schemas.microsoft.com/office/drawing/2014/main" id="{640C0B93-7CF3-6B5C-0728-03327BF606E8}"/>
              </a:ext>
            </a:extLst>
          </p:cNvPr>
          <p:cNvSpPr/>
          <p:nvPr/>
        </p:nvSpPr>
        <p:spPr>
          <a:xfrm>
            <a:off x="7021792" y="4922198"/>
            <a:ext cx="2425271" cy="129332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2800"/>
              <a:t>Student Model</a:t>
            </a:r>
            <a:endParaRPr lang="zh-CN" altLang="en-US" sz="2800"/>
          </a:p>
        </p:txBody>
      </p:sp>
    </p:spTree>
    <p:extLst>
      <p:ext uri="{BB962C8B-B14F-4D97-AF65-F5344CB8AC3E}">
        <p14:creationId xmlns:p14="http://schemas.microsoft.com/office/powerpoint/2010/main" val="2927690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8" name="椭圆 7"/>
          <p:cNvSpPr/>
          <p:nvPr/>
        </p:nvSpPr>
        <p:spPr>
          <a:xfrm rot="11174285">
            <a:off x="2478134" y="365817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rot="11174285">
            <a:off x="3576303" y="3724763"/>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11174285">
            <a:off x="6996125" y="3868835"/>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rot="11174285">
            <a:off x="4720540" y="4975629"/>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rot="11174285">
            <a:off x="6246397" y="4832135"/>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rot="11174285">
            <a:off x="5600708" y="4332764"/>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a:stCxn id="8" idx="1"/>
            <a:endCxn id="32" idx="5"/>
          </p:cNvCxnSpPr>
          <p:nvPr/>
        </p:nvCxnSpPr>
        <p:spPr>
          <a:xfrm>
            <a:off x="2608921" y="3801326"/>
            <a:ext cx="937290" cy="121083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32" idx="4"/>
            <a:endCxn id="10" idx="0"/>
          </p:cNvCxnSpPr>
          <p:nvPr/>
        </p:nvCxnSpPr>
        <p:spPr>
          <a:xfrm flipV="1">
            <a:off x="3589079" y="3950281"/>
            <a:ext cx="88029" cy="10493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rot="11174285">
            <a:off x="3524396" y="4999310"/>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p:cNvCxnSpPr>
            <a:stCxn id="10" idx="3"/>
            <a:endCxn id="49" idx="1"/>
          </p:cNvCxnSpPr>
          <p:nvPr/>
        </p:nvCxnSpPr>
        <p:spPr>
          <a:xfrm flipV="1">
            <a:off x="3777583" y="3333827"/>
            <a:ext cx="1203378" cy="433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2" idx="3"/>
            <a:endCxn id="55" idx="7"/>
          </p:cNvCxnSpPr>
          <p:nvPr/>
        </p:nvCxnSpPr>
        <p:spPr>
          <a:xfrm flipV="1">
            <a:off x="4894907" y="4158047"/>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rot="11174285">
            <a:off x="4897735" y="3242736"/>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a:stCxn id="55" idx="2"/>
            <a:endCxn id="14" idx="6"/>
          </p:cNvCxnSpPr>
          <p:nvPr/>
        </p:nvCxnSpPr>
        <p:spPr>
          <a:xfrm>
            <a:off x="5165977" y="4118336"/>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11" idx="7"/>
            <a:endCxn id="14" idx="3"/>
          </p:cNvCxnSpPr>
          <p:nvPr/>
        </p:nvCxnSpPr>
        <p:spPr>
          <a:xfrm flipH="1">
            <a:off x="5743855" y="4065851"/>
            <a:ext cx="1278955" cy="296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rot="11174285">
            <a:off x="5012937" y="4033250"/>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a:endCxn id="55" idx="3"/>
          </p:cNvCxnSpPr>
          <p:nvPr/>
        </p:nvCxnSpPr>
        <p:spPr>
          <a:xfrm flipH="1">
            <a:off x="5149527" y="3295650"/>
            <a:ext cx="992492" cy="7662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1" idx="6"/>
          </p:cNvCxnSpPr>
          <p:nvPr/>
        </p:nvCxnSpPr>
        <p:spPr>
          <a:xfrm flipH="1" flipV="1">
            <a:off x="6252562" y="3320550"/>
            <a:ext cx="744280" cy="6562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椭圆 60"/>
          <p:cNvSpPr/>
          <p:nvPr/>
        </p:nvSpPr>
        <p:spPr>
          <a:xfrm rot="11174285">
            <a:off x="6104356" y="322320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a:stCxn id="11" idx="0"/>
            <a:endCxn id="13" idx="4"/>
          </p:cNvCxnSpPr>
          <p:nvPr/>
        </p:nvCxnSpPr>
        <p:spPr>
          <a:xfrm flipH="1">
            <a:off x="6371780" y="4110438"/>
            <a:ext cx="732340" cy="7223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4" idx="5"/>
            <a:endCxn id="96" idx="1"/>
          </p:cNvCxnSpPr>
          <p:nvPr/>
        </p:nvCxnSpPr>
        <p:spPr>
          <a:xfrm flipH="1" flipV="1">
            <a:off x="7719890" y="3032972"/>
            <a:ext cx="568233" cy="1395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2" idx="2"/>
            <a:endCxn id="12" idx="6"/>
          </p:cNvCxnSpPr>
          <p:nvPr/>
        </p:nvCxnSpPr>
        <p:spPr>
          <a:xfrm flipV="1">
            <a:off x="3640737" y="5062956"/>
            <a:ext cx="1080383" cy="10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rot="11174285">
            <a:off x="5772281" y="3879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rot="11174285">
            <a:off x="8260633" y="4412009"/>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rot="11174285">
            <a:off x="8774000" y="5220869"/>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rot="11174285">
            <a:off x="6149326" y="1752583"/>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rot="11174285">
            <a:off x="9219352" y="38562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a:stCxn id="14" idx="7"/>
            <a:endCxn id="12" idx="3"/>
          </p:cNvCxnSpPr>
          <p:nvPr/>
        </p:nvCxnSpPr>
        <p:spPr>
          <a:xfrm flipH="1">
            <a:off x="4894907" y="4463551"/>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49" idx="3"/>
            <a:endCxn id="61" idx="5"/>
          </p:cNvCxnSpPr>
          <p:nvPr/>
        </p:nvCxnSpPr>
        <p:spPr>
          <a:xfrm flipV="1">
            <a:off x="4988826" y="3247900"/>
            <a:ext cx="1157448" cy="139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49" idx="1"/>
            <a:endCxn id="55" idx="5"/>
          </p:cNvCxnSpPr>
          <p:nvPr/>
        </p:nvCxnSpPr>
        <p:spPr>
          <a:xfrm>
            <a:off x="4980961" y="3333827"/>
            <a:ext cx="60673" cy="7163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1" idx="3"/>
            <a:endCxn id="97" idx="7"/>
          </p:cNvCxnSpPr>
          <p:nvPr/>
        </p:nvCxnSpPr>
        <p:spPr>
          <a:xfrm flipV="1">
            <a:off x="6303874" y="2519859"/>
            <a:ext cx="540013" cy="7452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118" idx="1"/>
            <a:endCxn id="54" idx="4"/>
          </p:cNvCxnSpPr>
          <p:nvPr/>
        </p:nvCxnSpPr>
        <p:spPr>
          <a:xfrm flipH="1">
            <a:off x="8342141" y="2653249"/>
            <a:ext cx="309453" cy="1759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60" idx="0"/>
            <a:endCxn id="57" idx="4"/>
          </p:cNvCxnSpPr>
          <p:nvPr/>
        </p:nvCxnSpPr>
        <p:spPr>
          <a:xfrm flipH="1">
            <a:off x="8880406" y="4016625"/>
            <a:ext cx="410637" cy="12048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57" idx="7"/>
            <a:endCxn id="54" idx="2"/>
          </p:cNvCxnSpPr>
          <p:nvPr/>
        </p:nvCxnSpPr>
        <p:spPr>
          <a:xfrm flipH="1" flipV="1">
            <a:off x="8407236" y="4493517"/>
            <a:ext cx="387903" cy="883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2" name="椭圆 91"/>
          <p:cNvSpPr/>
          <p:nvPr/>
        </p:nvSpPr>
        <p:spPr>
          <a:xfrm rot="11174285">
            <a:off x="2738260" y="1951989"/>
            <a:ext cx="242906" cy="242906"/>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rot="11174285">
            <a:off x="3789202" y="1373314"/>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rot="11174285">
            <a:off x="7158527" y="908376"/>
            <a:ext cx="256794" cy="25679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rot="11174285">
            <a:off x="7537599" y="28334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rot="11174285">
            <a:off x="6818979" y="233595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rot="11174285">
            <a:off x="5547942" y="2519998"/>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rot="11174285">
            <a:off x="8015271" y="150806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a:stCxn id="92" idx="1"/>
            <a:endCxn id="112" idx="6"/>
          </p:cNvCxnSpPr>
          <p:nvPr/>
        </p:nvCxnSpPr>
        <p:spPr>
          <a:xfrm>
            <a:off x="2935753" y="2168145"/>
            <a:ext cx="653373" cy="589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94" idx="3"/>
            <a:endCxn id="107" idx="6"/>
          </p:cNvCxnSpPr>
          <p:nvPr/>
        </p:nvCxnSpPr>
        <p:spPr>
          <a:xfrm flipV="1">
            <a:off x="3990482" y="888102"/>
            <a:ext cx="725554" cy="5274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96" idx="5"/>
            <a:endCxn id="97" idx="1"/>
          </p:cNvCxnSpPr>
          <p:nvPr/>
        </p:nvCxnSpPr>
        <p:spPr>
          <a:xfrm flipH="1" flipV="1">
            <a:off x="7002880" y="2537238"/>
            <a:ext cx="576637" cy="3209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7" name="椭圆 106"/>
          <p:cNvSpPr/>
          <p:nvPr/>
        </p:nvSpPr>
        <p:spPr>
          <a:xfrm rot="11174285">
            <a:off x="4715733" y="842481"/>
            <a:ext cx="102364" cy="102364"/>
          </a:xfrm>
          <a:prstGeom prst="ellipse">
            <a:avLst/>
          </a:prstGeom>
          <a:solidFill>
            <a:srgbClr val="59595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直接连接符 107"/>
          <p:cNvCxnSpPr>
            <a:stCxn id="109" idx="2"/>
            <a:endCxn id="98" idx="5"/>
          </p:cNvCxnSpPr>
          <p:nvPr/>
        </p:nvCxnSpPr>
        <p:spPr>
          <a:xfrm>
            <a:off x="5232884" y="1999605"/>
            <a:ext cx="345133" cy="5381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9" name="椭圆 108"/>
          <p:cNvSpPr/>
          <p:nvPr/>
        </p:nvSpPr>
        <p:spPr>
          <a:xfrm rot="11174285">
            <a:off x="5079844" y="1914519"/>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 name="直接连接符 109"/>
          <p:cNvCxnSpPr>
            <a:stCxn id="46" idx="0"/>
            <a:endCxn id="109" idx="3"/>
          </p:cNvCxnSpPr>
          <p:nvPr/>
        </p:nvCxnSpPr>
        <p:spPr>
          <a:xfrm flipH="1">
            <a:off x="5216434" y="613459"/>
            <a:ext cx="656652" cy="13297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95" idx="6"/>
            <a:endCxn id="46" idx="2"/>
          </p:cNvCxnSpPr>
          <p:nvPr/>
        </p:nvCxnSpPr>
        <p:spPr>
          <a:xfrm flipH="1" flipV="1">
            <a:off x="5997799" y="513324"/>
            <a:ext cx="1161488" cy="509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2" name="椭圆 111"/>
          <p:cNvSpPr/>
          <p:nvPr/>
        </p:nvSpPr>
        <p:spPr>
          <a:xfrm rot="11174285">
            <a:off x="3588462" y="265750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 name="直接连接符 112"/>
          <p:cNvCxnSpPr>
            <a:stCxn id="95" idx="0"/>
            <a:endCxn id="97" idx="4"/>
          </p:cNvCxnSpPr>
          <p:nvPr/>
        </p:nvCxnSpPr>
        <p:spPr>
          <a:xfrm flipH="1">
            <a:off x="6944362" y="1164410"/>
            <a:ext cx="328610" cy="11722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99" idx="4"/>
            <a:endCxn id="95" idx="2"/>
          </p:cNvCxnSpPr>
          <p:nvPr/>
        </p:nvCxnSpPr>
        <p:spPr>
          <a:xfrm flipH="1" flipV="1">
            <a:off x="7414561" y="1050725"/>
            <a:ext cx="726093" cy="458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92" idx="4"/>
            <a:endCxn id="94" idx="7"/>
          </p:cNvCxnSpPr>
          <p:nvPr/>
        </p:nvCxnSpPr>
        <p:spPr>
          <a:xfrm flipV="1">
            <a:off x="2872910" y="1557215"/>
            <a:ext cx="941200" cy="3954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p:cNvSpPr/>
          <p:nvPr/>
        </p:nvSpPr>
        <p:spPr>
          <a:xfrm rot="11174285">
            <a:off x="3884421" y="600253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rot="11174285">
            <a:off x="8532046" y="2522403"/>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rot="11174285">
            <a:off x="7357670" y="602477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rot="11174285">
            <a:off x="9156635" y="1770386"/>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 name="直接连接符 121"/>
          <p:cNvCxnSpPr>
            <a:stCxn id="98" idx="2"/>
            <a:endCxn id="61" idx="4"/>
          </p:cNvCxnSpPr>
          <p:nvPr/>
        </p:nvCxnSpPr>
        <p:spPr>
          <a:xfrm>
            <a:off x="5708328" y="2609169"/>
            <a:ext cx="520313" cy="61470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46" idx="6"/>
            <a:endCxn id="107" idx="3"/>
          </p:cNvCxnSpPr>
          <p:nvPr/>
        </p:nvCxnSpPr>
        <p:spPr>
          <a:xfrm flipH="1">
            <a:off x="4806824" y="488746"/>
            <a:ext cx="966127" cy="3728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07" idx="1"/>
            <a:endCxn id="109" idx="5"/>
          </p:cNvCxnSpPr>
          <p:nvPr/>
        </p:nvCxnSpPr>
        <p:spPr>
          <a:xfrm>
            <a:off x="4798959" y="933572"/>
            <a:ext cx="309582" cy="9978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99" idx="3"/>
            <a:endCxn id="121" idx="5"/>
          </p:cNvCxnSpPr>
          <p:nvPr/>
        </p:nvCxnSpPr>
        <p:spPr>
          <a:xfrm>
            <a:off x="8216551" y="1550355"/>
            <a:ext cx="970159" cy="237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18" idx="3"/>
            <a:endCxn id="121" idx="7"/>
          </p:cNvCxnSpPr>
          <p:nvPr/>
        </p:nvCxnSpPr>
        <p:spPr>
          <a:xfrm flipV="1">
            <a:off x="8662892" y="1901173"/>
            <a:ext cx="511458" cy="6487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99" idx="0"/>
            <a:endCxn id="118" idx="4"/>
          </p:cNvCxnSpPr>
          <p:nvPr/>
        </p:nvCxnSpPr>
        <p:spPr>
          <a:xfrm>
            <a:off x="8116076" y="1733586"/>
            <a:ext cx="497478" cy="7892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60" idx="7"/>
            <a:endCxn id="54" idx="3"/>
          </p:cNvCxnSpPr>
          <p:nvPr/>
        </p:nvCxnSpPr>
        <p:spPr>
          <a:xfrm flipH="1">
            <a:off x="8391479" y="3987026"/>
            <a:ext cx="845588" cy="4524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p:cNvSpPr/>
          <p:nvPr/>
        </p:nvSpPr>
        <p:spPr>
          <a:xfrm rot="11174285">
            <a:off x="5576810" y="59902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nvSpPr>
        <p:spPr>
          <a:xfrm rot="11174285">
            <a:off x="7638830" y="5291897"/>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p:cNvCxnSpPr>
            <a:stCxn id="116" idx="2"/>
            <a:endCxn id="175" idx="6"/>
          </p:cNvCxnSpPr>
          <p:nvPr/>
        </p:nvCxnSpPr>
        <p:spPr>
          <a:xfrm flipV="1">
            <a:off x="4109939" y="6090177"/>
            <a:ext cx="1467535" cy="377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116" idx="4"/>
            <a:endCxn id="12" idx="7"/>
          </p:cNvCxnSpPr>
          <p:nvPr/>
        </p:nvCxnSpPr>
        <p:spPr>
          <a:xfrm flipV="1">
            <a:off x="4009804" y="5134941"/>
            <a:ext cx="732315" cy="868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a:stCxn id="116" idx="5"/>
            <a:endCxn id="32" idx="1"/>
          </p:cNvCxnSpPr>
          <p:nvPr/>
        </p:nvCxnSpPr>
        <p:spPr>
          <a:xfrm flipH="1" flipV="1">
            <a:off x="3619267" y="5103147"/>
            <a:ext cx="307441" cy="9242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a:stCxn id="11" idx="1"/>
            <a:endCxn id="176" idx="4"/>
          </p:cNvCxnSpPr>
          <p:nvPr/>
        </p:nvCxnSpPr>
        <p:spPr>
          <a:xfrm>
            <a:off x="7193141" y="4084470"/>
            <a:ext cx="534860" cy="12079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a:stCxn id="11" idx="2"/>
            <a:endCxn id="54" idx="6"/>
          </p:cNvCxnSpPr>
          <p:nvPr/>
        </p:nvCxnSpPr>
        <p:spPr>
          <a:xfrm>
            <a:off x="7237728" y="4003160"/>
            <a:ext cx="1023340" cy="47437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stCxn id="54" idx="7"/>
            <a:endCxn id="176" idx="3"/>
          </p:cNvCxnSpPr>
          <p:nvPr/>
        </p:nvCxnSpPr>
        <p:spPr>
          <a:xfrm flipH="1">
            <a:off x="7781977" y="4531557"/>
            <a:ext cx="494848" cy="7904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a:stCxn id="57" idx="7"/>
            <a:endCxn id="176" idx="2"/>
          </p:cNvCxnSpPr>
          <p:nvPr/>
        </p:nvCxnSpPr>
        <p:spPr>
          <a:xfrm flipH="1">
            <a:off x="7799216" y="5376936"/>
            <a:ext cx="995923" cy="4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a:stCxn id="120" idx="4"/>
            <a:endCxn id="176" idx="1"/>
          </p:cNvCxnSpPr>
          <p:nvPr/>
        </p:nvCxnSpPr>
        <p:spPr>
          <a:xfrm flipV="1">
            <a:off x="7481955" y="5435044"/>
            <a:ext cx="287662" cy="590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a:stCxn id="14" idx="1"/>
            <a:endCxn id="13" idx="5"/>
          </p:cNvCxnSpPr>
          <p:nvPr/>
        </p:nvCxnSpPr>
        <p:spPr>
          <a:xfrm>
            <a:off x="5731495" y="4475911"/>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a:stCxn id="12" idx="2"/>
            <a:endCxn id="13" idx="6"/>
          </p:cNvCxnSpPr>
          <p:nvPr/>
        </p:nvCxnSpPr>
        <p:spPr>
          <a:xfrm flipV="1">
            <a:off x="4915906" y="4932940"/>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a:stCxn id="362" idx="4"/>
            <a:endCxn id="13" idx="0"/>
          </p:cNvCxnSpPr>
          <p:nvPr/>
        </p:nvCxnSpPr>
        <p:spPr>
          <a:xfrm flipH="1" flipV="1">
            <a:off x="6347202" y="5057653"/>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a:stCxn id="362" idx="2"/>
            <a:endCxn id="176" idx="7"/>
          </p:cNvCxnSpPr>
          <p:nvPr/>
        </p:nvCxnSpPr>
        <p:spPr>
          <a:xfrm flipV="1">
            <a:off x="6643971" y="5422684"/>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a:stCxn id="13" idx="1"/>
            <a:endCxn id="176" idx="6"/>
          </p:cNvCxnSpPr>
          <p:nvPr/>
        </p:nvCxnSpPr>
        <p:spPr>
          <a:xfrm>
            <a:off x="6430298" y="5033415"/>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a:stCxn id="175" idx="6"/>
            <a:endCxn id="12" idx="1"/>
          </p:cNvCxnSpPr>
          <p:nvPr/>
        </p:nvCxnSpPr>
        <p:spPr>
          <a:xfrm flipH="1" flipV="1">
            <a:off x="4879852" y="5149996"/>
            <a:ext cx="697622" cy="9401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a:stCxn id="10" idx="2"/>
            <a:endCxn id="55" idx="6"/>
          </p:cNvCxnSpPr>
          <p:nvPr/>
        </p:nvCxnSpPr>
        <p:spPr>
          <a:xfrm>
            <a:off x="3801821" y="3850146"/>
            <a:ext cx="1211570" cy="2515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a:stCxn id="8" idx="3"/>
            <a:endCxn id="10" idx="6"/>
          </p:cNvCxnSpPr>
          <p:nvPr/>
        </p:nvCxnSpPr>
        <p:spPr>
          <a:xfrm>
            <a:off x="2621281" y="3688254"/>
            <a:ext cx="955692" cy="1373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a:stCxn id="112" idx="0"/>
            <a:endCxn id="10" idx="4"/>
          </p:cNvCxnSpPr>
          <p:nvPr/>
        </p:nvCxnSpPr>
        <p:spPr>
          <a:xfrm>
            <a:off x="3688385" y="2881053"/>
            <a:ext cx="13301" cy="8443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stCxn id="112" idx="1"/>
            <a:endCxn id="49" idx="5"/>
          </p:cNvCxnSpPr>
          <p:nvPr/>
        </p:nvCxnSpPr>
        <p:spPr>
          <a:xfrm>
            <a:off x="3770753" y="2857026"/>
            <a:ext cx="1146120" cy="3969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a:stCxn id="94" idx="1"/>
            <a:endCxn id="112" idx="4"/>
          </p:cNvCxnSpPr>
          <p:nvPr/>
        </p:nvCxnSpPr>
        <p:spPr>
          <a:xfrm flipH="1">
            <a:off x="3712747" y="1574594"/>
            <a:ext cx="260356" cy="10835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直接连接符 288"/>
          <p:cNvCxnSpPr>
            <a:stCxn id="94" idx="1"/>
            <a:endCxn id="109" idx="0"/>
          </p:cNvCxnSpPr>
          <p:nvPr/>
        </p:nvCxnSpPr>
        <p:spPr>
          <a:xfrm>
            <a:off x="3973103" y="1574594"/>
            <a:ext cx="1175149" cy="492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8" idx="3"/>
            <a:endCxn id="112" idx="6"/>
          </p:cNvCxnSpPr>
          <p:nvPr/>
        </p:nvCxnSpPr>
        <p:spPr>
          <a:xfrm flipV="1">
            <a:off x="2621281" y="2757431"/>
            <a:ext cx="967845" cy="9308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112" idx="2"/>
            <a:endCxn id="109" idx="0"/>
          </p:cNvCxnSpPr>
          <p:nvPr/>
        </p:nvCxnSpPr>
        <p:spPr>
          <a:xfrm flipV="1">
            <a:off x="3812007" y="2067559"/>
            <a:ext cx="1336245" cy="7142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112" idx="2"/>
            <a:endCxn id="98" idx="7"/>
          </p:cNvCxnSpPr>
          <p:nvPr/>
        </p:nvCxnSpPr>
        <p:spPr>
          <a:xfrm flipV="1">
            <a:off x="3812007" y="2650785"/>
            <a:ext cx="1753650" cy="1310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49" idx="3"/>
            <a:endCxn id="98" idx="0"/>
          </p:cNvCxnSpPr>
          <p:nvPr/>
        </p:nvCxnSpPr>
        <p:spPr>
          <a:xfrm flipV="1">
            <a:off x="4988826" y="2680384"/>
            <a:ext cx="630807" cy="5814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95" idx="7"/>
            <a:endCxn id="59" idx="3"/>
          </p:cNvCxnSpPr>
          <p:nvPr/>
        </p:nvCxnSpPr>
        <p:spPr>
          <a:xfrm flipH="1">
            <a:off x="6348844" y="1117160"/>
            <a:ext cx="837962" cy="6773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直接连接符 309"/>
          <p:cNvCxnSpPr>
            <a:stCxn id="46" idx="1"/>
            <a:endCxn id="59" idx="5"/>
          </p:cNvCxnSpPr>
          <p:nvPr/>
        </p:nvCxnSpPr>
        <p:spPr>
          <a:xfrm>
            <a:off x="5956182" y="589221"/>
            <a:ext cx="235062" cy="11880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109" idx="2"/>
            <a:endCxn id="59" idx="7"/>
          </p:cNvCxnSpPr>
          <p:nvPr/>
        </p:nvCxnSpPr>
        <p:spPr>
          <a:xfrm flipV="1">
            <a:off x="5232884" y="1934874"/>
            <a:ext cx="941133" cy="6473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6" name="直接连接符 315"/>
          <p:cNvCxnSpPr>
            <a:stCxn id="98" idx="2"/>
            <a:endCxn id="97" idx="6"/>
          </p:cNvCxnSpPr>
          <p:nvPr/>
        </p:nvCxnSpPr>
        <p:spPr>
          <a:xfrm flipV="1">
            <a:off x="5708328" y="2436763"/>
            <a:ext cx="1111321" cy="1724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8" name="直接连接符 317"/>
          <p:cNvCxnSpPr>
            <a:stCxn id="98" idx="3"/>
            <a:endCxn id="59" idx="0"/>
          </p:cNvCxnSpPr>
          <p:nvPr/>
        </p:nvCxnSpPr>
        <p:spPr>
          <a:xfrm flipV="1">
            <a:off x="5691089" y="1976128"/>
            <a:ext cx="558160" cy="5739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1" name="直接连接符 320"/>
          <p:cNvCxnSpPr>
            <a:stCxn id="97" idx="5"/>
            <a:endCxn id="59" idx="1"/>
          </p:cNvCxnSpPr>
          <p:nvPr/>
        </p:nvCxnSpPr>
        <p:spPr>
          <a:xfrm flipH="1" flipV="1">
            <a:off x="6331617" y="1952101"/>
            <a:ext cx="529649" cy="4087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4" name="直接连接符 323"/>
          <p:cNvCxnSpPr>
            <a:stCxn id="99" idx="7"/>
            <a:endCxn id="97" idx="3"/>
          </p:cNvCxnSpPr>
          <p:nvPr/>
        </p:nvCxnSpPr>
        <p:spPr>
          <a:xfrm flipH="1">
            <a:off x="7020259" y="1691969"/>
            <a:ext cx="1019920" cy="6862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a:stCxn id="118" idx="6"/>
            <a:endCxn id="96" idx="3"/>
          </p:cNvCxnSpPr>
          <p:nvPr/>
        </p:nvCxnSpPr>
        <p:spPr>
          <a:xfrm flipH="1">
            <a:off x="7737117" y="2587933"/>
            <a:ext cx="795364" cy="2874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直接连接符 329"/>
          <p:cNvCxnSpPr>
            <a:stCxn id="99" idx="0"/>
            <a:endCxn id="96" idx="4"/>
          </p:cNvCxnSpPr>
          <p:nvPr/>
        </p:nvCxnSpPr>
        <p:spPr>
          <a:xfrm flipH="1">
            <a:off x="7661884" y="1733586"/>
            <a:ext cx="454192" cy="11005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p:cNvCxnSpPr>
            <a:endCxn id="11" idx="4"/>
          </p:cNvCxnSpPr>
          <p:nvPr/>
        </p:nvCxnSpPr>
        <p:spPr>
          <a:xfrm flipH="1">
            <a:off x="7130450" y="3027127"/>
            <a:ext cx="461520" cy="8424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直接连接符 339"/>
          <p:cNvCxnSpPr>
            <a:stCxn id="61" idx="2"/>
            <a:endCxn id="96" idx="6"/>
          </p:cNvCxnSpPr>
          <p:nvPr/>
        </p:nvCxnSpPr>
        <p:spPr>
          <a:xfrm flipV="1">
            <a:off x="6327901" y="2933377"/>
            <a:ext cx="1210362" cy="414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p:cNvSpPr/>
          <p:nvPr/>
        </p:nvSpPr>
        <p:spPr>
          <a:xfrm rot="11174285">
            <a:off x="6541910" y="5663467"/>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p:cNvCxnSpPr>
            <a:stCxn id="175" idx="4"/>
            <a:endCxn id="13" idx="7"/>
          </p:cNvCxnSpPr>
          <p:nvPr/>
        </p:nvCxnSpPr>
        <p:spPr>
          <a:xfrm flipV="1">
            <a:off x="5701095" y="5016036"/>
            <a:ext cx="570210" cy="974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p:cNvCxnSpPr>
            <a:stCxn id="175" idx="2"/>
            <a:endCxn id="362" idx="0"/>
          </p:cNvCxnSpPr>
          <p:nvPr/>
        </p:nvCxnSpPr>
        <p:spPr>
          <a:xfrm flipV="1">
            <a:off x="5800355" y="5765528"/>
            <a:ext cx="787176" cy="349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p:cNvCxnSpPr>
            <a:stCxn id="362" idx="1"/>
            <a:endCxn id="120" idx="6"/>
          </p:cNvCxnSpPr>
          <p:nvPr/>
        </p:nvCxnSpPr>
        <p:spPr>
          <a:xfrm>
            <a:off x="6625136" y="5754558"/>
            <a:ext cx="733198" cy="3701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p:cNvCxnSpPr>
            <a:stCxn id="55" idx="6"/>
            <a:endCxn id="32" idx="2"/>
          </p:cNvCxnSpPr>
          <p:nvPr/>
        </p:nvCxnSpPr>
        <p:spPr>
          <a:xfrm flipH="1">
            <a:off x="3640737" y="4101658"/>
            <a:ext cx="1372654" cy="962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1" name="直接连接符 620"/>
          <p:cNvCxnSpPr>
            <a:stCxn id="118" idx="2"/>
            <a:endCxn id="60" idx="5"/>
          </p:cNvCxnSpPr>
          <p:nvPr/>
        </p:nvCxnSpPr>
        <p:spPr>
          <a:xfrm>
            <a:off x="8678649" y="2603911"/>
            <a:ext cx="570778" cy="12700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1" name="椭圆 670"/>
          <p:cNvSpPr/>
          <p:nvPr/>
        </p:nvSpPr>
        <p:spPr>
          <a:xfrm>
            <a:off x="4780844" y="2224637"/>
            <a:ext cx="2630311" cy="2630311"/>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0">
                <a:latin typeface="24 LED" panose="020B0603050302020204" pitchFamily="34" charset="0"/>
              </a:rPr>
              <a:t>2</a:t>
            </a:r>
            <a:endParaRPr lang="zh-CN" altLang="en-US" sz="12000">
              <a:latin typeface="24 LED" panose="020B0603050302020204" pitchFamily="34" charset="0"/>
            </a:endParaRPr>
          </a:p>
        </p:txBody>
      </p:sp>
    </p:spTree>
    <p:extLst>
      <p:ext uri="{BB962C8B-B14F-4D97-AF65-F5344CB8AC3E}">
        <p14:creationId xmlns:p14="http://schemas.microsoft.com/office/powerpoint/2010/main" val="856853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11" name="椭圆 10"/>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椭圆 12"/>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4" name="椭圆 13"/>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0" name="直接连接符 49"/>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cxnSpLocks/>
            <a:stCxn id="11" idx="6"/>
          </p:cNvCxnSpPr>
          <p:nvPr/>
        </p:nvCxnSpPr>
        <p:spPr>
          <a:xfrm flipH="1" flipV="1">
            <a:off x="-562327" y="-700165"/>
            <a:ext cx="1919399" cy="8219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7" name="椭圆 56"/>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0" name="椭圆 59"/>
          <p:cNvSpPr/>
          <p:nvPr/>
        </p:nvSpPr>
        <p:spPr>
          <a:xfrm rot="11174285">
            <a:off x="3968725" y="-88231"/>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3" name="直接连接符 62"/>
          <p:cNvCxnSpPr>
            <a:cxnSpLocks/>
            <a:stCxn id="14" idx="7"/>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cxnSpLocks/>
            <a:stCxn id="60" idx="6"/>
          </p:cNvCxnSpPr>
          <p:nvPr/>
        </p:nvCxnSpPr>
        <p:spPr>
          <a:xfrm flipH="1" flipV="1">
            <a:off x="2740111" y="-646750"/>
            <a:ext cx="1229090" cy="6302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60" idx="0"/>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0" name="椭圆 119"/>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30" name="直接连接符 129"/>
          <p:cNvCxnSpPr>
            <a:stCxn id="60" idx="7"/>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21" name="直接连接符 220"/>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a:cxnSpLocks/>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p:cNvCxnSpPr>
            <a:cxnSpLocks/>
            <a:endCxn id="11" idx="4"/>
          </p:cNvCxnSpPr>
          <p:nvPr/>
        </p:nvCxnSpPr>
        <p:spPr>
          <a:xfrm flipH="1">
            <a:off x="1490680" y="-664230"/>
            <a:ext cx="1089521" cy="6787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364" name="直接连接符 363"/>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30" name="直接连接符 229"/>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3" name="直接连接符 462"/>
          <p:cNvCxnSpPr>
            <a:cxnSpLocks/>
            <a:stCxn id="11" idx="4"/>
          </p:cNvCxnSpPr>
          <p:nvPr/>
        </p:nvCxnSpPr>
        <p:spPr>
          <a:xfrm flipV="1">
            <a:off x="1490680" y="-1188628"/>
            <a:ext cx="310099" cy="12031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8" name="直接连接符 487"/>
          <p:cNvCxnSpPr>
            <a:cxnSpLocks/>
            <a:endCxn id="60" idx="5"/>
          </p:cNvCxnSpPr>
          <p:nvPr/>
        </p:nvCxnSpPr>
        <p:spPr>
          <a:xfrm>
            <a:off x="2761327" y="-2108556"/>
            <a:ext cx="1237473" cy="2038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7CAEB044-1A1B-57A0-6FD7-1A57D2929C76}"/>
              </a:ext>
            </a:extLst>
          </p:cNvPr>
          <p:cNvSpPr txBox="1"/>
          <p:nvPr/>
        </p:nvSpPr>
        <p:spPr>
          <a:xfrm>
            <a:off x="595323" y="220218"/>
            <a:ext cx="10972281"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a:ln>
                  <a:noFill/>
                </a:ln>
                <a:solidFill>
                  <a:prstClr val="black"/>
                </a:solidFill>
                <a:effectLst/>
                <a:uLnTx/>
                <a:uFillTx/>
                <a:latin typeface="Arial"/>
                <a:ea typeface="微软雅黑"/>
                <a:cs typeface="+mn-cs"/>
              </a:rPr>
              <a:t>Problem</a:t>
            </a:r>
            <a:endParaRPr kumimoji="0" lang="zh-CN" altLang="en-US" sz="4000" b="0" i="0" u="none" strike="noStrike" kern="1200" cap="none" spc="0" normalizeH="0" baseline="0" noProof="0">
              <a:ln>
                <a:noFill/>
              </a:ln>
              <a:solidFill>
                <a:prstClr val="black"/>
              </a:solidFill>
              <a:effectLst/>
              <a:uLnTx/>
              <a:uFillTx/>
              <a:latin typeface="Arial"/>
              <a:ea typeface="微软雅黑"/>
              <a:cs typeface="+mn-cs"/>
            </a:endParaRPr>
          </a:p>
        </p:txBody>
      </p:sp>
      <p:cxnSp>
        <p:nvCxnSpPr>
          <p:cNvPr id="4" name="直接连接符 3">
            <a:extLst>
              <a:ext uri="{FF2B5EF4-FFF2-40B4-BE49-F238E27FC236}">
                <a16:creationId xmlns:a16="http://schemas.microsoft.com/office/drawing/2014/main" id="{210EDC0C-57CC-5785-AD87-A69DBDBFB9E4}"/>
              </a:ext>
            </a:extLst>
          </p:cNvPr>
          <p:cNvCxnSpPr>
            <a:cxnSpLocks/>
            <a:endCxn id="465"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67D97D69-BB00-C537-99D0-7438A172FF89}"/>
              </a:ext>
            </a:extLst>
          </p:cNvPr>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17EFE91-C4D0-8183-63B4-3864CF74085F}"/>
              </a:ext>
            </a:extLst>
          </p:cNvPr>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3D426F1-5C89-8B6F-2F4A-359B09AA48B2}"/>
              </a:ext>
            </a:extLst>
          </p:cNvPr>
          <p:cNvCxnSpPr>
            <a:cxnSpLocks/>
            <a:endCxn id="15"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354C59BE-0BD7-9F7A-543A-3148A632C10E}"/>
              </a:ext>
            </a:extLst>
          </p:cNvPr>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294F6558-B7B3-A80E-FE4E-7336FBD99C45}"/>
              </a:ext>
            </a:extLst>
          </p:cNvPr>
          <p:cNvCxnSpPr>
            <a:cxnSpLocks/>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69DC35DD-75F1-F121-EB9E-85743175DBEB}"/>
              </a:ext>
            </a:extLst>
          </p:cNvPr>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46E041A1-1593-4BFC-5F90-911E0D3A4022}"/>
              </a:ext>
            </a:extLst>
          </p:cNvPr>
          <p:cNvCxnSpPr>
            <a:cxnSpLocks/>
            <a:endCxn id="15"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8008C75-8FA8-E5E4-6E41-B2F820C9095A}"/>
              </a:ext>
            </a:extLst>
          </p:cNvPr>
          <p:cNvCxnSpPr>
            <a:cxnSpLocks/>
            <a:endCxn id="30"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6910E1B-DCC0-23DE-DF10-65EFB0863A4E}"/>
              </a:ext>
            </a:extLst>
          </p:cNvPr>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3890A60-365F-6BB6-AAF7-97E793653273}"/>
              </a:ext>
            </a:extLst>
          </p:cNvPr>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E8B3352-EEFF-B1C1-1A2F-45FA72B1143B}"/>
              </a:ext>
            </a:extLst>
          </p:cNvPr>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7B8401E-62AA-B354-0656-32E5AE793B9B}"/>
              </a:ext>
            </a:extLst>
          </p:cNvPr>
          <p:cNvCxnSpPr>
            <a:cxnSpLocks/>
            <a:endCxn id="15"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5B42161F-7F6C-88FE-162C-80BA9099FD21}"/>
              </a:ext>
            </a:extLst>
          </p:cNvPr>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3461B0D2-5450-032F-18BB-5BB679505E76}"/>
              </a:ext>
            </a:extLst>
          </p:cNvPr>
          <p:cNvCxnSpPr>
            <a:endCxn id="455"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9EB7BD2A-2EFC-1927-CFCF-0B7B9DD60689}"/>
              </a:ext>
            </a:extLst>
          </p:cNvPr>
          <p:cNvCxnSpPr>
            <a:cxnSpLocks/>
            <a:endCxn id="41"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5A8DDDB2-41B7-BDB7-82CD-724A99814064}"/>
              </a:ext>
            </a:extLst>
          </p:cNvPr>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58D9143A-2B94-2F3B-1264-51EFD0B229BE}"/>
              </a:ext>
            </a:extLst>
          </p:cNvPr>
          <p:cNvCxnSpPr>
            <a:stCxn id="41" idx="0"/>
            <a:endCxn id="44"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502EB454-3CDD-8D8E-A0D1-ABFA21DA4A6A}"/>
              </a:ext>
            </a:extLst>
          </p:cNvPr>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9E2FCA09-FC1E-24A4-7326-754B8519A821}"/>
              </a:ext>
            </a:extLst>
          </p:cNvPr>
          <p:cNvCxnSpPr>
            <a:stCxn id="451" idx="2"/>
            <a:endCxn id="44"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0DFC320-C980-3705-5175-5B9F21E5F260}"/>
              </a:ext>
            </a:extLst>
          </p:cNvPr>
          <p:cNvCxnSpPr>
            <a:endCxn id="450"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7C36783E-4D96-09E9-BB02-BD8335885D18}"/>
              </a:ext>
            </a:extLst>
          </p:cNvPr>
          <p:cNvCxnSpPr>
            <a:stCxn id="450"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BB4F5D3-DE1E-1F9A-17FE-14DFB04A6961}"/>
              </a:ext>
            </a:extLst>
          </p:cNvPr>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C647304-D948-090E-F9A2-ED0E961557E7}"/>
              </a:ext>
            </a:extLst>
          </p:cNvPr>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3A9544B-DE56-3320-88A9-52240614CB39}"/>
              </a:ext>
            </a:extLst>
          </p:cNvPr>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EA2B6EA4-E508-A465-CE88-1129054D313F}"/>
              </a:ext>
            </a:extLst>
          </p:cNvPr>
          <p:cNvCxnSpPr>
            <a:cxnSpLocks/>
            <a:stCxn id="451"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0" name="椭圆 449">
            <a:extLst>
              <a:ext uri="{FF2B5EF4-FFF2-40B4-BE49-F238E27FC236}">
                <a16:creationId xmlns:a16="http://schemas.microsoft.com/office/drawing/2014/main" id="{96ABB216-811E-8984-4FDF-F588FFAE1BCE}"/>
              </a:ext>
            </a:extLst>
          </p:cNvPr>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1" name="椭圆 450">
            <a:extLst>
              <a:ext uri="{FF2B5EF4-FFF2-40B4-BE49-F238E27FC236}">
                <a16:creationId xmlns:a16="http://schemas.microsoft.com/office/drawing/2014/main" id="{97735439-5E90-237E-50CE-1C42081DF852}"/>
              </a:ext>
            </a:extLst>
          </p:cNvPr>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5" name="椭圆 454">
            <a:extLst>
              <a:ext uri="{FF2B5EF4-FFF2-40B4-BE49-F238E27FC236}">
                <a16:creationId xmlns:a16="http://schemas.microsoft.com/office/drawing/2014/main" id="{118ABEFB-AEF5-A6FC-9E8F-C51690171C93}"/>
              </a:ext>
            </a:extLst>
          </p:cNvPr>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8" name="直接连接符 457">
            <a:extLst>
              <a:ext uri="{FF2B5EF4-FFF2-40B4-BE49-F238E27FC236}">
                <a16:creationId xmlns:a16="http://schemas.microsoft.com/office/drawing/2014/main" id="{63EDB201-00C4-5580-941C-5BD8432901C0}"/>
              </a:ext>
            </a:extLst>
          </p:cNvPr>
          <p:cNvCxnSpPr>
            <a:stCxn id="41" idx="4"/>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4" name="直接连接符 463">
            <a:extLst>
              <a:ext uri="{FF2B5EF4-FFF2-40B4-BE49-F238E27FC236}">
                <a16:creationId xmlns:a16="http://schemas.microsoft.com/office/drawing/2014/main" id="{B18C7633-7B32-57A1-0981-1CCF0B5CDEA0}"/>
              </a:ext>
            </a:extLst>
          </p:cNvPr>
          <p:cNvCxnSpPr>
            <a:stCxn id="450" idx="5"/>
            <a:endCxn id="30"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5" name="椭圆 464">
            <a:extLst>
              <a:ext uri="{FF2B5EF4-FFF2-40B4-BE49-F238E27FC236}">
                <a16:creationId xmlns:a16="http://schemas.microsoft.com/office/drawing/2014/main" id="{3AB19D6D-9B9B-BCA4-112A-44ACDC82E8E4}"/>
              </a:ext>
            </a:extLst>
          </p:cNvPr>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22DBF79-82FA-11EE-9D5D-BBB97F4249F1}"/>
              </a:ext>
            </a:extLst>
          </p:cNvPr>
          <p:cNvSpPr txBox="1"/>
          <p:nvPr/>
        </p:nvSpPr>
        <p:spPr>
          <a:xfrm>
            <a:off x="1119223" y="761997"/>
            <a:ext cx="10004506" cy="6475812"/>
          </a:xfrm>
          <a:prstGeom prst="rect">
            <a:avLst/>
          </a:prstGeom>
          <a:noFill/>
        </p:spPr>
        <p:txBody>
          <a:bodyPr wrap="square" rtlCol="0">
            <a:spAutoFit/>
          </a:bodyPr>
          <a:lstStyle/>
          <a:p>
            <a:pPr>
              <a:lnSpc>
                <a:spcPct val="150000"/>
              </a:lnSpc>
            </a:pPr>
            <a:r>
              <a:rPr lang="en-US" altLang="zh-CN" sz="2800"/>
              <a:t>Copyright protections for LLMs used in translation and how copyright applies after distillation.</a:t>
            </a:r>
          </a:p>
          <a:p>
            <a:pPr>
              <a:lnSpc>
                <a:spcPct val="150000"/>
              </a:lnSpc>
            </a:pPr>
            <a:endParaRPr lang="en-US" altLang="zh-CN" sz="2800"/>
          </a:p>
          <a:p>
            <a:pPr>
              <a:lnSpc>
                <a:spcPct val="150000"/>
              </a:lnSpc>
            </a:pPr>
            <a:r>
              <a:rPr lang="en-US" altLang="zh-CN" sz="2800"/>
              <a:t>Copyright protection: Specifily, we protect the model itself here. By watermarking the output tokens, LLM providers can detect if someone steal or modify their models.</a:t>
            </a:r>
          </a:p>
          <a:p>
            <a:pPr>
              <a:lnSpc>
                <a:spcPct val="150000"/>
              </a:lnSpc>
            </a:pPr>
            <a:endParaRPr lang="en-US" altLang="zh-CN" sz="2800"/>
          </a:p>
          <a:p>
            <a:pPr>
              <a:lnSpc>
                <a:spcPct val="150000"/>
              </a:lnSpc>
            </a:pPr>
            <a:r>
              <a:rPr lang="en-US" altLang="zh-CN" sz="2800"/>
              <a:t>Distillation: The distillation should preserve the watermark from teacher model.</a:t>
            </a:r>
          </a:p>
          <a:p>
            <a:pPr>
              <a:lnSpc>
                <a:spcPct val="150000"/>
              </a:lnSpc>
            </a:pPr>
            <a:endParaRPr lang="zh-CN" altLang="en-US" sz="2800"/>
          </a:p>
        </p:txBody>
      </p:sp>
    </p:spTree>
    <p:extLst>
      <p:ext uri="{BB962C8B-B14F-4D97-AF65-F5344CB8AC3E}">
        <p14:creationId xmlns:p14="http://schemas.microsoft.com/office/powerpoint/2010/main" val="1733560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a:extLst>
            <a:ext uri="{FF2B5EF4-FFF2-40B4-BE49-F238E27FC236}">
              <a16:creationId xmlns:a16="http://schemas.microsoft.com/office/drawing/2014/main" id="{F21C137A-8D03-0D62-57A5-4A84C3A5C11E}"/>
            </a:ext>
          </a:extLst>
        </p:cNvPr>
        <p:cNvGrpSpPr/>
        <p:nvPr/>
      </p:nvGrpSpPr>
      <p:grpSpPr>
        <a:xfrm>
          <a:off x="0" y="0"/>
          <a:ext cx="0" cy="0"/>
          <a:chOff x="0" y="0"/>
          <a:chExt cx="0" cy="0"/>
        </a:xfrm>
      </p:grpSpPr>
      <p:sp>
        <p:nvSpPr>
          <p:cNvPr id="11" name="椭圆 10">
            <a:extLst>
              <a:ext uri="{FF2B5EF4-FFF2-40B4-BE49-F238E27FC236}">
                <a16:creationId xmlns:a16="http://schemas.microsoft.com/office/drawing/2014/main" id="{B1F14198-1D4F-141B-7108-6292CF528726}"/>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椭圆 12">
            <a:extLst>
              <a:ext uri="{FF2B5EF4-FFF2-40B4-BE49-F238E27FC236}">
                <a16:creationId xmlns:a16="http://schemas.microsoft.com/office/drawing/2014/main" id="{8BB5F984-0A9F-F5E0-B401-3E352CA900C3}"/>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4" name="椭圆 13">
            <a:extLst>
              <a:ext uri="{FF2B5EF4-FFF2-40B4-BE49-F238E27FC236}">
                <a16:creationId xmlns:a16="http://schemas.microsoft.com/office/drawing/2014/main" id="{2A43985B-A4B9-C142-3DBF-221F2B902E8A}"/>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0" name="直接连接符 49">
            <a:extLst>
              <a:ext uri="{FF2B5EF4-FFF2-40B4-BE49-F238E27FC236}">
                <a16:creationId xmlns:a16="http://schemas.microsoft.com/office/drawing/2014/main" id="{54E6338A-BCCC-664D-17F2-840BEB14FA76}"/>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7B06A74B-AF7D-F511-BDBC-CEBCCC7DC632}"/>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6CAE776-42C6-13FC-83BB-66661D95BA46}"/>
              </a:ext>
            </a:extLst>
          </p:cNvPr>
          <p:cNvCxnSpPr>
            <a:cxnSpLocks/>
            <a:stCxn id="11" idx="6"/>
          </p:cNvCxnSpPr>
          <p:nvPr/>
        </p:nvCxnSpPr>
        <p:spPr>
          <a:xfrm flipH="1" flipV="1">
            <a:off x="-562327" y="-700165"/>
            <a:ext cx="1919399" cy="8219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4B11C40E-975D-2FDF-05CA-5B22B7BE44DA}"/>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6B9D658-A2B4-EB25-6A8E-353D8A841B90}"/>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1A31C9DF-F813-B88A-AC5A-3A17C101C104}"/>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482E0975-85C2-5375-76AC-7F1CCD60B2D0}"/>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7" name="椭圆 56">
            <a:extLst>
              <a:ext uri="{FF2B5EF4-FFF2-40B4-BE49-F238E27FC236}">
                <a16:creationId xmlns:a16="http://schemas.microsoft.com/office/drawing/2014/main" id="{5BA89BF8-70E8-35DC-252E-AA9BBF7700AA}"/>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0" name="椭圆 59">
            <a:extLst>
              <a:ext uri="{FF2B5EF4-FFF2-40B4-BE49-F238E27FC236}">
                <a16:creationId xmlns:a16="http://schemas.microsoft.com/office/drawing/2014/main" id="{5A2F5CD0-4154-6642-E288-56996EBBB136}"/>
              </a:ext>
            </a:extLst>
          </p:cNvPr>
          <p:cNvSpPr/>
          <p:nvPr/>
        </p:nvSpPr>
        <p:spPr>
          <a:xfrm rot="11174285">
            <a:off x="3968725" y="-88231"/>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3" name="直接连接符 62">
            <a:extLst>
              <a:ext uri="{FF2B5EF4-FFF2-40B4-BE49-F238E27FC236}">
                <a16:creationId xmlns:a16="http://schemas.microsoft.com/office/drawing/2014/main" id="{39869C1D-0707-9230-04D2-D4DBF4346D84}"/>
              </a:ext>
            </a:extLst>
          </p:cNvPr>
          <p:cNvCxnSpPr>
            <a:cxnSpLocks/>
            <a:stCxn id="14" idx="7"/>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4C6BA0E6-9B8E-8225-3B01-0AE55E33519B}"/>
              </a:ext>
            </a:extLst>
          </p:cNvPr>
          <p:cNvCxnSpPr>
            <a:cxnSpLocks/>
            <a:stCxn id="60" idx="6"/>
          </p:cNvCxnSpPr>
          <p:nvPr/>
        </p:nvCxnSpPr>
        <p:spPr>
          <a:xfrm flipH="1" flipV="1">
            <a:off x="2740111" y="-646750"/>
            <a:ext cx="1229090" cy="6302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E73C468-5602-0339-4F07-44E000E777A7}"/>
              </a:ext>
            </a:extLst>
          </p:cNvPr>
          <p:cNvCxnSpPr>
            <a:stCxn id="60" idx="0"/>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D2C4B1D-31E9-40F7-D05A-4615884956EF}"/>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0" name="椭圆 119">
            <a:extLst>
              <a:ext uri="{FF2B5EF4-FFF2-40B4-BE49-F238E27FC236}">
                <a16:creationId xmlns:a16="http://schemas.microsoft.com/office/drawing/2014/main" id="{80E9B55A-D8EC-67AA-2930-BA6C34B87879}"/>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30" name="直接连接符 129">
            <a:extLst>
              <a:ext uri="{FF2B5EF4-FFF2-40B4-BE49-F238E27FC236}">
                <a16:creationId xmlns:a16="http://schemas.microsoft.com/office/drawing/2014/main" id="{A8B82DB9-0405-D18D-5FD1-8A61FE09BC4D}"/>
              </a:ext>
            </a:extLst>
          </p:cNvPr>
          <p:cNvCxnSpPr>
            <a:stCxn id="60" idx="7"/>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6A5AE887-B8FE-E21F-1B9A-B0A495EA5807}"/>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21" name="直接连接符 220">
            <a:extLst>
              <a:ext uri="{FF2B5EF4-FFF2-40B4-BE49-F238E27FC236}">
                <a16:creationId xmlns:a16="http://schemas.microsoft.com/office/drawing/2014/main" id="{00A06D26-665A-153C-E3BF-1DC7534A0E78}"/>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FC30BDC0-862F-3F4D-C3CC-FF66D0B1B494}"/>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27B61BEA-EC43-A883-AFE6-3947BA9FFE7B}"/>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E22ABEA3-6709-2829-D686-7841A244D696}"/>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A054B9C4-EA38-D8DB-9A9C-97C460243E04}"/>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3269D215-48CF-59E8-C430-7EB058477634}"/>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A988DFA0-C6D5-84C3-0F7D-5B6F577133E0}"/>
              </a:ext>
            </a:extLst>
          </p:cNvPr>
          <p:cNvCxnSpPr>
            <a:cxnSpLocks/>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A0EFC517-F6E2-06CC-39CE-45D1F3D8CD70}"/>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9C8B9A27-7F3B-9CDF-F025-092B6C788F07}"/>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414DDA1D-883C-940B-D6E6-1179FA2B0B92}"/>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a:extLst>
              <a:ext uri="{FF2B5EF4-FFF2-40B4-BE49-F238E27FC236}">
                <a16:creationId xmlns:a16="http://schemas.microsoft.com/office/drawing/2014/main" id="{4A0BA232-B61F-7D1B-DFB7-A6D7C43DCD49}"/>
              </a:ext>
            </a:extLst>
          </p:cNvPr>
          <p:cNvCxnSpPr>
            <a:cxnSpLocks/>
            <a:endCxn id="11" idx="4"/>
          </p:cNvCxnSpPr>
          <p:nvPr/>
        </p:nvCxnSpPr>
        <p:spPr>
          <a:xfrm flipH="1">
            <a:off x="1490680" y="-664230"/>
            <a:ext cx="1089521" cy="6787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9B4F46BE-4DE3-44A4-C736-E35B352A2966}"/>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364" name="直接连接符 363">
            <a:extLst>
              <a:ext uri="{FF2B5EF4-FFF2-40B4-BE49-F238E27FC236}">
                <a16:creationId xmlns:a16="http://schemas.microsoft.com/office/drawing/2014/main" id="{9D2D8D45-855E-E18E-330D-E2CBF1A95E74}"/>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727362C8-621B-07DB-C9D3-9084A4AD2515}"/>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9146AF2D-7E33-0E28-BA65-82B9BAD59A03}"/>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ED20AE44-1B8D-5F52-62F0-96AEBCACDC87}"/>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30" name="直接连接符 229">
            <a:extLst>
              <a:ext uri="{FF2B5EF4-FFF2-40B4-BE49-F238E27FC236}">
                <a16:creationId xmlns:a16="http://schemas.microsoft.com/office/drawing/2014/main" id="{2304A6FF-04E7-2E22-66E3-330E22566BDB}"/>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67C29FCA-5D92-9D17-4783-96A65CFC855E}"/>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757A8053-32C6-298E-C624-BC0187EE44D5}"/>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66184076-A0B0-15AE-31C9-2C74DD6842C0}"/>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CECB57A7-C9B9-B18F-9D4A-8B3B4DFEF23B}"/>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3" name="直接连接符 462">
            <a:extLst>
              <a:ext uri="{FF2B5EF4-FFF2-40B4-BE49-F238E27FC236}">
                <a16:creationId xmlns:a16="http://schemas.microsoft.com/office/drawing/2014/main" id="{F29CF716-8527-52C4-A44B-86FA80C0DE18}"/>
              </a:ext>
            </a:extLst>
          </p:cNvPr>
          <p:cNvCxnSpPr>
            <a:cxnSpLocks/>
            <a:stCxn id="11" idx="4"/>
          </p:cNvCxnSpPr>
          <p:nvPr/>
        </p:nvCxnSpPr>
        <p:spPr>
          <a:xfrm flipV="1">
            <a:off x="1490680" y="-1188628"/>
            <a:ext cx="310099" cy="12031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8" name="直接连接符 487">
            <a:extLst>
              <a:ext uri="{FF2B5EF4-FFF2-40B4-BE49-F238E27FC236}">
                <a16:creationId xmlns:a16="http://schemas.microsoft.com/office/drawing/2014/main" id="{A8D5FB02-00CF-E73B-E9D1-F0758E1515EB}"/>
              </a:ext>
            </a:extLst>
          </p:cNvPr>
          <p:cNvCxnSpPr>
            <a:cxnSpLocks/>
            <a:endCxn id="60" idx="5"/>
          </p:cNvCxnSpPr>
          <p:nvPr/>
        </p:nvCxnSpPr>
        <p:spPr>
          <a:xfrm>
            <a:off x="2761327" y="-2108556"/>
            <a:ext cx="1237473" cy="2038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23AA5933-7DA1-A95A-1353-0779835CF449}"/>
              </a:ext>
            </a:extLst>
          </p:cNvPr>
          <p:cNvSpPr txBox="1"/>
          <p:nvPr/>
        </p:nvSpPr>
        <p:spPr>
          <a:xfrm>
            <a:off x="595323" y="220218"/>
            <a:ext cx="10972281"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a:ln>
                  <a:noFill/>
                </a:ln>
                <a:solidFill>
                  <a:prstClr val="black"/>
                </a:solidFill>
                <a:effectLst/>
                <a:uLnTx/>
                <a:uFillTx/>
                <a:latin typeface="Arial"/>
                <a:ea typeface="微软雅黑"/>
                <a:cs typeface="+mn-cs"/>
              </a:rPr>
              <a:t>Challenges</a:t>
            </a:r>
            <a:endParaRPr kumimoji="0" lang="zh-CN" altLang="en-US" sz="40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F0EA2EA1-877E-FC64-766E-9EC1AD97838E}"/>
              </a:ext>
            </a:extLst>
          </p:cNvPr>
          <p:cNvSpPr txBox="1"/>
          <p:nvPr/>
        </p:nvSpPr>
        <p:spPr>
          <a:xfrm>
            <a:off x="1119223" y="761997"/>
            <a:ext cx="10315222" cy="5829481"/>
          </a:xfrm>
          <a:prstGeom prst="rect">
            <a:avLst/>
          </a:prstGeom>
          <a:noFill/>
        </p:spPr>
        <p:txBody>
          <a:bodyPr wrap="square" rtlCol="0">
            <a:spAutoFit/>
          </a:bodyPr>
          <a:lstStyle/>
          <a:p>
            <a:pPr>
              <a:lnSpc>
                <a:spcPct val="150000"/>
              </a:lnSpc>
            </a:pPr>
            <a:r>
              <a:rPr lang="en-US" altLang="zh-CN" sz="2800"/>
              <a:t>Challenge 1: Does the Watermark Method Survive Translation?</a:t>
            </a:r>
          </a:p>
          <a:p>
            <a:pPr>
              <a:lnSpc>
                <a:spcPct val="150000"/>
              </a:lnSpc>
            </a:pPr>
            <a:r>
              <a:rPr lang="en-US" altLang="zh-CN" sz="2800"/>
              <a:t>Vocabulary is different.</a:t>
            </a:r>
          </a:p>
          <a:p>
            <a:pPr>
              <a:lnSpc>
                <a:spcPct val="150000"/>
              </a:lnSpc>
            </a:pPr>
            <a:endParaRPr lang="en-US" altLang="zh-CN" sz="2800"/>
          </a:p>
          <a:p>
            <a:pPr>
              <a:lnSpc>
                <a:spcPct val="150000"/>
              </a:lnSpc>
            </a:pPr>
            <a:endParaRPr lang="en-US" altLang="zh-CN" sz="2800"/>
          </a:p>
          <a:p>
            <a:pPr>
              <a:lnSpc>
                <a:spcPct val="150000"/>
              </a:lnSpc>
            </a:pPr>
            <a:endParaRPr lang="en-US" altLang="zh-CN" sz="2800"/>
          </a:p>
          <a:p>
            <a:pPr>
              <a:lnSpc>
                <a:spcPct val="150000"/>
              </a:lnSpc>
            </a:pPr>
            <a:r>
              <a:rPr lang="en-US" altLang="zh-CN" sz="2800"/>
              <a:t>Challenge 2: Can We Distill the Model Without Destroying the Watermark?</a:t>
            </a:r>
          </a:p>
          <a:p>
            <a:pPr>
              <a:lnSpc>
                <a:spcPct val="150000"/>
              </a:lnSpc>
            </a:pPr>
            <a:endParaRPr lang="en-US" altLang="zh-CN" sz="2800"/>
          </a:p>
          <a:p>
            <a:pPr>
              <a:lnSpc>
                <a:spcPct val="150000"/>
              </a:lnSpc>
            </a:pPr>
            <a:endParaRPr lang="zh-CN" altLang="en-US" sz="2800"/>
          </a:p>
        </p:txBody>
      </p:sp>
      <p:cxnSp>
        <p:nvCxnSpPr>
          <p:cNvPr id="4" name="直接连接符 3">
            <a:extLst>
              <a:ext uri="{FF2B5EF4-FFF2-40B4-BE49-F238E27FC236}">
                <a16:creationId xmlns:a16="http://schemas.microsoft.com/office/drawing/2014/main" id="{945ACA3D-D4A1-79C8-F6AD-546DEA426183}"/>
              </a:ext>
            </a:extLst>
          </p:cNvPr>
          <p:cNvCxnSpPr>
            <a:cxnSpLocks/>
            <a:endCxn id="465"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5FFA2329-E326-6825-1A85-61383FBB96D9}"/>
              </a:ext>
            </a:extLst>
          </p:cNvPr>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E5F7A3F-F3EA-42B5-F5AE-E309FB088E16}"/>
              </a:ext>
            </a:extLst>
          </p:cNvPr>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C23899E7-103E-FB86-E451-C32A1142EEAA}"/>
              </a:ext>
            </a:extLst>
          </p:cNvPr>
          <p:cNvCxnSpPr>
            <a:cxnSpLocks/>
            <a:endCxn id="15"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1166445-A1C9-AA70-9B24-A39459886BEF}"/>
              </a:ext>
            </a:extLst>
          </p:cNvPr>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5C9AF60-D1DA-14C5-F32F-66B930DAD75B}"/>
              </a:ext>
            </a:extLst>
          </p:cNvPr>
          <p:cNvCxnSpPr>
            <a:cxnSpLocks/>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6DF426B6-7F9A-85DF-358A-74926C7CE7C2}"/>
              </a:ext>
            </a:extLst>
          </p:cNvPr>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8B0AF1F7-2AF1-E1D3-4270-220AE6D88DD4}"/>
              </a:ext>
            </a:extLst>
          </p:cNvPr>
          <p:cNvCxnSpPr>
            <a:cxnSpLocks/>
            <a:endCxn id="15"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C1CEFCA-A6CA-36A5-5A3A-6A2C89CA61BB}"/>
              </a:ext>
            </a:extLst>
          </p:cNvPr>
          <p:cNvCxnSpPr>
            <a:cxnSpLocks/>
            <a:endCxn id="30"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E52EF89-5EF0-F785-8600-A03218762A3E}"/>
              </a:ext>
            </a:extLst>
          </p:cNvPr>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D34677F6-0E26-A637-D077-B4F5AFAC27D6}"/>
              </a:ext>
            </a:extLst>
          </p:cNvPr>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2F10514-B9DD-C164-1337-D6EC01F59CE6}"/>
              </a:ext>
            </a:extLst>
          </p:cNvPr>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869EF11-0561-8067-5009-172D4CEC43AA}"/>
              </a:ext>
            </a:extLst>
          </p:cNvPr>
          <p:cNvCxnSpPr>
            <a:cxnSpLocks/>
            <a:endCxn id="15"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89FBCFA3-F7CC-8235-5B06-C3D8CCF21198}"/>
              </a:ext>
            </a:extLst>
          </p:cNvPr>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C0CEEF42-52C8-9F84-BD5E-98FFFA403B92}"/>
              </a:ext>
            </a:extLst>
          </p:cNvPr>
          <p:cNvCxnSpPr>
            <a:endCxn id="455"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87253670-DA62-34BA-DFF5-31D3FAC306EB}"/>
              </a:ext>
            </a:extLst>
          </p:cNvPr>
          <p:cNvCxnSpPr>
            <a:cxnSpLocks/>
            <a:endCxn id="41"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5379BA6C-5BDB-CFAD-DB3B-D1F09B1D94BE}"/>
              </a:ext>
            </a:extLst>
          </p:cNvPr>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881DE6B0-A8F0-D8C0-99D1-341624C9450F}"/>
              </a:ext>
            </a:extLst>
          </p:cNvPr>
          <p:cNvCxnSpPr>
            <a:stCxn id="41" idx="0"/>
            <a:endCxn id="44"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AA28A75A-00B0-0151-540F-2DF3BBC85F57}"/>
              </a:ext>
            </a:extLst>
          </p:cNvPr>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7AC7D629-B3AC-9416-0577-7315B394FEC0}"/>
              </a:ext>
            </a:extLst>
          </p:cNvPr>
          <p:cNvCxnSpPr>
            <a:stCxn id="451" idx="2"/>
            <a:endCxn id="44"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850A830-8841-4A87-F2BF-D0165EABFDF7}"/>
              </a:ext>
            </a:extLst>
          </p:cNvPr>
          <p:cNvCxnSpPr>
            <a:endCxn id="450"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7191EC83-D629-60C8-9EC5-4B3B04F550EE}"/>
              </a:ext>
            </a:extLst>
          </p:cNvPr>
          <p:cNvCxnSpPr>
            <a:stCxn id="450"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309233F-01A1-0867-43F0-41151C7DA93F}"/>
              </a:ext>
            </a:extLst>
          </p:cNvPr>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CF3D5422-8039-3F15-7A40-D63DBC992BDD}"/>
              </a:ext>
            </a:extLst>
          </p:cNvPr>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8007B8A4-1C65-1472-F822-8E36FB58D56C}"/>
              </a:ext>
            </a:extLst>
          </p:cNvPr>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857972CF-D759-0226-E3EC-A6673DBB5B3C}"/>
              </a:ext>
            </a:extLst>
          </p:cNvPr>
          <p:cNvCxnSpPr>
            <a:cxnSpLocks/>
            <a:stCxn id="451"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0" name="椭圆 449">
            <a:extLst>
              <a:ext uri="{FF2B5EF4-FFF2-40B4-BE49-F238E27FC236}">
                <a16:creationId xmlns:a16="http://schemas.microsoft.com/office/drawing/2014/main" id="{AD8D5BAC-10CD-30D1-A7B5-D4A44094B563}"/>
              </a:ext>
            </a:extLst>
          </p:cNvPr>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1" name="椭圆 450">
            <a:extLst>
              <a:ext uri="{FF2B5EF4-FFF2-40B4-BE49-F238E27FC236}">
                <a16:creationId xmlns:a16="http://schemas.microsoft.com/office/drawing/2014/main" id="{5513A882-7ECA-3F1A-17DB-183112805BFA}"/>
              </a:ext>
            </a:extLst>
          </p:cNvPr>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5" name="椭圆 454">
            <a:extLst>
              <a:ext uri="{FF2B5EF4-FFF2-40B4-BE49-F238E27FC236}">
                <a16:creationId xmlns:a16="http://schemas.microsoft.com/office/drawing/2014/main" id="{FD40C062-6AE9-3E09-E6F6-A668C9CDCC44}"/>
              </a:ext>
            </a:extLst>
          </p:cNvPr>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8" name="直接连接符 457">
            <a:extLst>
              <a:ext uri="{FF2B5EF4-FFF2-40B4-BE49-F238E27FC236}">
                <a16:creationId xmlns:a16="http://schemas.microsoft.com/office/drawing/2014/main" id="{2B354E29-634E-A43B-70D0-E4BF49CB579D}"/>
              </a:ext>
            </a:extLst>
          </p:cNvPr>
          <p:cNvCxnSpPr>
            <a:stCxn id="41" idx="4"/>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4" name="直接连接符 463">
            <a:extLst>
              <a:ext uri="{FF2B5EF4-FFF2-40B4-BE49-F238E27FC236}">
                <a16:creationId xmlns:a16="http://schemas.microsoft.com/office/drawing/2014/main" id="{D5862AA2-785F-6D0C-45D1-F06F16E5F5DF}"/>
              </a:ext>
            </a:extLst>
          </p:cNvPr>
          <p:cNvCxnSpPr>
            <a:stCxn id="450" idx="5"/>
            <a:endCxn id="30"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5" name="椭圆 464">
            <a:extLst>
              <a:ext uri="{FF2B5EF4-FFF2-40B4-BE49-F238E27FC236}">
                <a16:creationId xmlns:a16="http://schemas.microsoft.com/office/drawing/2014/main" id="{8B404A71-9190-A95C-B4E0-4CA6B6FB07E1}"/>
              </a:ext>
            </a:extLst>
          </p:cNvPr>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1BA6051-43D0-E434-AF4D-FCC27FC9695F}"/>
              </a:ext>
            </a:extLst>
          </p:cNvPr>
          <p:cNvSpPr/>
          <p:nvPr/>
        </p:nvSpPr>
        <p:spPr>
          <a:xfrm>
            <a:off x="1653799" y="1993149"/>
            <a:ext cx="8943526" cy="20086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8CE88BD2-BE8E-8F5D-B31B-CEEA73208B5F}"/>
              </a:ext>
            </a:extLst>
          </p:cNvPr>
          <p:cNvSpPr/>
          <p:nvPr/>
        </p:nvSpPr>
        <p:spPr>
          <a:xfrm>
            <a:off x="1892727" y="2248928"/>
            <a:ext cx="1225575" cy="3968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a:t>EN</a:t>
            </a:r>
            <a:endParaRPr lang="zh-CN" altLang="en-US"/>
          </a:p>
        </p:txBody>
      </p:sp>
      <p:sp>
        <p:nvSpPr>
          <p:cNvPr id="17" name="文本框 16">
            <a:extLst>
              <a:ext uri="{FF2B5EF4-FFF2-40B4-BE49-F238E27FC236}">
                <a16:creationId xmlns:a16="http://schemas.microsoft.com/office/drawing/2014/main" id="{2E0EE010-E0C3-C4D6-438A-6F14DB9AD5C4}"/>
              </a:ext>
            </a:extLst>
          </p:cNvPr>
          <p:cNvSpPr txBox="1"/>
          <p:nvPr/>
        </p:nvSpPr>
        <p:spPr>
          <a:xfrm>
            <a:off x="1821154" y="2750765"/>
            <a:ext cx="4082652" cy="1077218"/>
          </a:xfrm>
          <a:prstGeom prst="rect">
            <a:avLst/>
          </a:prstGeom>
          <a:noFill/>
        </p:spPr>
        <p:txBody>
          <a:bodyPr wrap="square" rtlCol="0">
            <a:spAutoFit/>
          </a:bodyPr>
          <a:lstStyle/>
          <a:p>
            <a:r>
              <a:rPr lang="en-US" altLang="zh-CN" sz="3200"/>
              <a:t>The cat is sitting on the mat.</a:t>
            </a:r>
            <a:endParaRPr lang="zh-CN" altLang="en-US" sz="3200"/>
          </a:p>
        </p:txBody>
      </p:sp>
      <p:sp>
        <p:nvSpPr>
          <p:cNvPr id="22" name="矩形 21">
            <a:extLst>
              <a:ext uri="{FF2B5EF4-FFF2-40B4-BE49-F238E27FC236}">
                <a16:creationId xmlns:a16="http://schemas.microsoft.com/office/drawing/2014/main" id="{D048EC87-D954-B88C-F049-F05D56FFDFB1}"/>
              </a:ext>
            </a:extLst>
          </p:cNvPr>
          <p:cNvSpPr/>
          <p:nvPr/>
        </p:nvSpPr>
        <p:spPr>
          <a:xfrm>
            <a:off x="5989045" y="2277062"/>
            <a:ext cx="1225575" cy="3968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a:t>IT</a:t>
            </a:r>
            <a:endParaRPr lang="zh-CN" altLang="en-US"/>
          </a:p>
        </p:txBody>
      </p:sp>
      <p:sp>
        <p:nvSpPr>
          <p:cNvPr id="24" name="文本框 23">
            <a:extLst>
              <a:ext uri="{FF2B5EF4-FFF2-40B4-BE49-F238E27FC236}">
                <a16:creationId xmlns:a16="http://schemas.microsoft.com/office/drawing/2014/main" id="{F63C3C1D-A46D-39E3-1E48-E2B0DDBCDE05}"/>
              </a:ext>
            </a:extLst>
          </p:cNvPr>
          <p:cNvSpPr txBox="1"/>
          <p:nvPr/>
        </p:nvSpPr>
        <p:spPr>
          <a:xfrm>
            <a:off x="6052287" y="2749897"/>
            <a:ext cx="4082652" cy="1077218"/>
          </a:xfrm>
          <a:prstGeom prst="rect">
            <a:avLst/>
          </a:prstGeom>
          <a:noFill/>
        </p:spPr>
        <p:txBody>
          <a:bodyPr wrap="square" rtlCol="0">
            <a:spAutoFit/>
          </a:bodyPr>
          <a:lstStyle/>
          <a:p>
            <a:r>
              <a:rPr lang="it-IT" altLang="zh-CN" sz="3200"/>
              <a:t>Il gatto è seduto sullo zerbino.</a:t>
            </a:r>
            <a:endParaRPr lang="zh-CN" altLang="en-US" sz="3200"/>
          </a:p>
        </p:txBody>
      </p:sp>
      <p:sp>
        <p:nvSpPr>
          <p:cNvPr id="25" name="椭圆 24">
            <a:extLst>
              <a:ext uri="{FF2B5EF4-FFF2-40B4-BE49-F238E27FC236}">
                <a16:creationId xmlns:a16="http://schemas.microsoft.com/office/drawing/2014/main" id="{AFA3D843-5963-0E13-81F5-7FA8C69E4A39}"/>
              </a:ext>
            </a:extLst>
          </p:cNvPr>
          <p:cNvSpPr/>
          <p:nvPr/>
        </p:nvSpPr>
        <p:spPr>
          <a:xfrm>
            <a:off x="2312011" y="5075817"/>
            <a:ext cx="2501045" cy="12688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a:t>Teacher Model</a:t>
            </a:r>
            <a:endParaRPr lang="zh-CN" altLang="en-US" sz="2800"/>
          </a:p>
        </p:txBody>
      </p:sp>
      <p:sp>
        <p:nvSpPr>
          <p:cNvPr id="26" name="椭圆 25">
            <a:extLst>
              <a:ext uri="{FF2B5EF4-FFF2-40B4-BE49-F238E27FC236}">
                <a16:creationId xmlns:a16="http://schemas.microsoft.com/office/drawing/2014/main" id="{CCC2223D-507C-3FD0-D911-A57AA54CB9EA}"/>
              </a:ext>
            </a:extLst>
          </p:cNvPr>
          <p:cNvSpPr/>
          <p:nvPr/>
        </p:nvSpPr>
        <p:spPr>
          <a:xfrm>
            <a:off x="7125963" y="5066851"/>
            <a:ext cx="2425271" cy="129332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2800"/>
              <a:t>Student Model</a:t>
            </a:r>
            <a:endParaRPr lang="zh-CN" altLang="en-US" sz="2800"/>
          </a:p>
        </p:txBody>
      </p:sp>
      <p:pic>
        <p:nvPicPr>
          <p:cNvPr id="28" name="图形 27" descr="徽章版权 轮廓">
            <a:extLst>
              <a:ext uri="{FF2B5EF4-FFF2-40B4-BE49-F238E27FC236}">
                <a16:creationId xmlns:a16="http://schemas.microsoft.com/office/drawing/2014/main" id="{0F8D90CA-FE69-5917-5F07-19C33755D2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9365" y="5789106"/>
            <a:ext cx="613793" cy="613793"/>
          </a:xfrm>
          <a:prstGeom prst="rect">
            <a:avLst/>
          </a:prstGeom>
        </p:spPr>
      </p:pic>
      <p:pic>
        <p:nvPicPr>
          <p:cNvPr id="29" name="图形 28" descr="徽章版权 轮廓">
            <a:extLst>
              <a:ext uri="{FF2B5EF4-FFF2-40B4-BE49-F238E27FC236}">
                <a16:creationId xmlns:a16="http://schemas.microsoft.com/office/drawing/2014/main" id="{ADCBCD2C-951B-36D7-1FD3-65603762186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77122" y="5720649"/>
            <a:ext cx="613793" cy="613793"/>
          </a:xfrm>
          <a:prstGeom prst="rect">
            <a:avLst/>
          </a:prstGeom>
        </p:spPr>
      </p:pic>
      <p:sp>
        <p:nvSpPr>
          <p:cNvPr id="31" name="箭头: 右 30">
            <a:extLst>
              <a:ext uri="{FF2B5EF4-FFF2-40B4-BE49-F238E27FC236}">
                <a16:creationId xmlns:a16="http://schemas.microsoft.com/office/drawing/2014/main" id="{39B1F7A5-C513-FCE4-5408-1C50015A5E03}"/>
              </a:ext>
            </a:extLst>
          </p:cNvPr>
          <p:cNvSpPr/>
          <p:nvPr/>
        </p:nvSpPr>
        <p:spPr>
          <a:xfrm>
            <a:off x="5145368" y="5310137"/>
            <a:ext cx="1734681" cy="331596"/>
          </a:xfrm>
          <a:prstGeom prst="rightArrow">
            <a:avLst/>
          </a:prstGeom>
          <a:gradFill flip="none" rotWithShape="1">
            <a:gsLst>
              <a:gs pos="0">
                <a:srgbClr val="5B9BD5"/>
              </a:gs>
              <a:gs pos="100000">
                <a:srgbClr val="70AD47"/>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右 31">
            <a:extLst>
              <a:ext uri="{FF2B5EF4-FFF2-40B4-BE49-F238E27FC236}">
                <a16:creationId xmlns:a16="http://schemas.microsoft.com/office/drawing/2014/main" id="{B676B2FD-A846-5E81-C3BD-2106E44C0256}"/>
              </a:ext>
            </a:extLst>
          </p:cNvPr>
          <p:cNvSpPr/>
          <p:nvPr/>
        </p:nvSpPr>
        <p:spPr>
          <a:xfrm>
            <a:off x="4781551" y="5927179"/>
            <a:ext cx="2600324" cy="331596"/>
          </a:xfrm>
          <a:prstGeom prst="rightArrow">
            <a:avLst/>
          </a:prstGeom>
          <a:gradFill flip="none" rotWithShape="1">
            <a:gsLst>
              <a:gs pos="0">
                <a:srgbClr val="404040"/>
              </a:gs>
              <a:gs pos="100000">
                <a:srgbClr val="ECECEC"/>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6464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a:extLst>
            <a:ext uri="{FF2B5EF4-FFF2-40B4-BE49-F238E27FC236}">
              <a16:creationId xmlns:a16="http://schemas.microsoft.com/office/drawing/2014/main" id="{4F76D6BB-5EE5-2DB3-285E-010A7BDAF884}"/>
            </a:ext>
          </a:extLst>
        </p:cNvPr>
        <p:cNvGrpSpPr/>
        <p:nvPr/>
      </p:nvGrpSpPr>
      <p:grpSpPr>
        <a:xfrm>
          <a:off x="0" y="0"/>
          <a:ext cx="0" cy="0"/>
          <a:chOff x="0" y="0"/>
          <a:chExt cx="0" cy="0"/>
        </a:xfrm>
      </p:grpSpPr>
      <p:sp>
        <p:nvSpPr>
          <p:cNvPr id="11" name="椭圆 10">
            <a:extLst>
              <a:ext uri="{FF2B5EF4-FFF2-40B4-BE49-F238E27FC236}">
                <a16:creationId xmlns:a16="http://schemas.microsoft.com/office/drawing/2014/main" id="{CD65FA31-2367-0974-95BA-03DEBC1E7EE8}"/>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椭圆 12">
            <a:extLst>
              <a:ext uri="{FF2B5EF4-FFF2-40B4-BE49-F238E27FC236}">
                <a16:creationId xmlns:a16="http://schemas.microsoft.com/office/drawing/2014/main" id="{2DF8183D-6BEA-55D6-3955-47D019BC775D}"/>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4" name="椭圆 13">
            <a:extLst>
              <a:ext uri="{FF2B5EF4-FFF2-40B4-BE49-F238E27FC236}">
                <a16:creationId xmlns:a16="http://schemas.microsoft.com/office/drawing/2014/main" id="{D10B0914-4A6E-AD36-2DDF-7E231374420A}"/>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0" name="直接连接符 49">
            <a:extLst>
              <a:ext uri="{FF2B5EF4-FFF2-40B4-BE49-F238E27FC236}">
                <a16:creationId xmlns:a16="http://schemas.microsoft.com/office/drawing/2014/main" id="{F2FD7F45-5B4B-1397-351C-0302D0FA590D}"/>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9A723405-78EC-436A-01F0-FB6FAC108667}"/>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1DBD78D-2295-1344-D023-0EB16696A307}"/>
              </a:ext>
            </a:extLst>
          </p:cNvPr>
          <p:cNvCxnSpPr>
            <a:cxnSpLocks/>
            <a:stCxn id="11" idx="6"/>
          </p:cNvCxnSpPr>
          <p:nvPr/>
        </p:nvCxnSpPr>
        <p:spPr>
          <a:xfrm flipH="1" flipV="1">
            <a:off x="-562327" y="-700165"/>
            <a:ext cx="1919399" cy="8219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5982CC29-3B25-B6D9-D099-CF3DE3EED1A7}"/>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B744A51-E3A4-6F0E-6453-E76BF3867DD3}"/>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36F8669E-BDD2-5D8C-BE83-4C2FB3DCA78A}"/>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EC959874-F1AC-05B6-4F4D-EADB60632924}"/>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7" name="椭圆 56">
            <a:extLst>
              <a:ext uri="{FF2B5EF4-FFF2-40B4-BE49-F238E27FC236}">
                <a16:creationId xmlns:a16="http://schemas.microsoft.com/office/drawing/2014/main" id="{698B72B7-8FA2-95C7-ED5A-4CD785585C97}"/>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0" name="椭圆 59">
            <a:extLst>
              <a:ext uri="{FF2B5EF4-FFF2-40B4-BE49-F238E27FC236}">
                <a16:creationId xmlns:a16="http://schemas.microsoft.com/office/drawing/2014/main" id="{04FF0ECF-2FB1-9665-92E2-A386EEE1C957}"/>
              </a:ext>
            </a:extLst>
          </p:cNvPr>
          <p:cNvSpPr/>
          <p:nvPr/>
        </p:nvSpPr>
        <p:spPr>
          <a:xfrm rot="11174285">
            <a:off x="3968725" y="-88231"/>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3" name="直接连接符 62">
            <a:extLst>
              <a:ext uri="{FF2B5EF4-FFF2-40B4-BE49-F238E27FC236}">
                <a16:creationId xmlns:a16="http://schemas.microsoft.com/office/drawing/2014/main" id="{6CF61E5C-5EEB-FFE7-AF13-D3B2B5A231CD}"/>
              </a:ext>
            </a:extLst>
          </p:cNvPr>
          <p:cNvCxnSpPr>
            <a:cxnSpLocks/>
            <a:stCxn id="14" idx="7"/>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DD579061-A92F-B0AB-8046-3E1DDA85CC59}"/>
              </a:ext>
            </a:extLst>
          </p:cNvPr>
          <p:cNvCxnSpPr>
            <a:cxnSpLocks/>
            <a:stCxn id="60" idx="6"/>
          </p:cNvCxnSpPr>
          <p:nvPr/>
        </p:nvCxnSpPr>
        <p:spPr>
          <a:xfrm flipH="1" flipV="1">
            <a:off x="2740111" y="-646750"/>
            <a:ext cx="1229090" cy="6302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FF8182A8-72B0-D2B1-4687-EC2266F7E39B}"/>
              </a:ext>
            </a:extLst>
          </p:cNvPr>
          <p:cNvCxnSpPr>
            <a:stCxn id="60" idx="0"/>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05B5DC0A-2855-07FA-B80D-39F323745554}"/>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0" name="椭圆 119">
            <a:extLst>
              <a:ext uri="{FF2B5EF4-FFF2-40B4-BE49-F238E27FC236}">
                <a16:creationId xmlns:a16="http://schemas.microsoft.com/office/drawing/2014/main" id="{C4F852F3-E212-54F6-1296-780BA8D3122B}"/>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30" name="直接连接符 129">
            <a:extLst>
              <a:ext uri="{FF2B5EF4-FFF2-40B4-BE49-F238E27FC236}">
                <a16:creationId xmlns:a16="http://schemas.microsoft.com/office/drawing/2014/main" id="{D7773C78-C2BC-577B-30F4-CF00EA853B73}"/>
              </a:ext>
            </a:extLst>
          </p:cNvPr>
          <p:cNvCxnSpPr>
            <a:stCxn id="60" idx="7"/>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1D7DFA81-F50B-1AB5-3F3D-204264E19B65}"/>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21" name="直接连接符 220">
            <a:extLst>
              <a:ext uri="{FF2B5EF4-FFF2-40B4-BE49-F238E27FC236}">
                <a16:creationId xmlns:a16="http://schemas.microsoft.com/office/drawing/2014/main" id="{CB52A37D-13E2-EAD0-948A-C4E99B5B415B}"/>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5F07F4EB-BAFE-A0C7-262F-4020E20FEA12}"/>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78740896-C404-87F5-1952-281A25D8F9D2}"/>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39D28A65-292A-CE93-2EC9-B279F3217E30}"/>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8000005C-1992-D3C2-06E0-626DEBBA57BA}"/>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3128AE3D-F006-0186-81EA-A92848823146}"/>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D33B5F2B-4E46-DFE2-48BD-6AE50E266010}"/>
              </a:ext>
            </a:extLst>
          </p:cNvPr>
          <p:cNvCxnSpPr>
            <a:cxnSpLocks/>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1E66BF13-3F38-469A-C3E1-AFEFC20D8B5D}"/>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B52D333D-D79B-123A-D2BC-B11239E7E24C}"/>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EE211476-13EB-58FB-2F73-B65A3CFC67D3}"/>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a:extLst>
              <a:ext uri="{FF2B5EF4-FFF2-40B4-BE49-F238E27FC236}">
                <a16:creationId xmlns:a16="http://schemas.microsoft.com/office/drawing/2014/main" id="{F7D75EB8-6058-244A-FAB4-47ECCB527D48}"/>
              </a:ext>
            </a:extLst>
          </p:cNvPr>
          <p:cNvCxnSpPr>
            <a:cxnSpLocks/>
            <a:endCxn id="11" idx="4"/>
          </p:cNvCxnSpPr>
          <p:nvPr/>
        </p:nvCxnSpPr>
        <p:spPr>
          <a:xfrm flipH="1">
            <a:off x="1490680" y="-664230"/>
            <a:ext cx="1089521" cy="6787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744BB5CD-C4E1-6345-05C0-0C33AE38440D}"/>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364" name="直接连接符 363">
            <a:extLst>
              <a:ext uri="{FF2B5EF4-FFF2-40B4-BE49-F238E27FC236}">
                <a16:creationId xmlns:a16="http://schemas.microsoft.com/office/drawing/2014/main" id="{8287848A-84BD-F3AC-965F-623877448C5F}"/>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E31533DA-5681-D915-5644-18FE1506820F}"/>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9BCAF7C3-360F-DBEC-F24B-E24CEC33681E}"/>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C565A2F3-55B6-CC50-26FB-E1D27D1CF99D}"/>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30" name="直接连接符 229">
            <a:extLst>
              <a:ext uri="{FF2B5EF4-FFF2-40B4-BE49-F238E27FC236}">
                <a16:creationId xmlns:a16="http://schemas.microsoft.com/office/drawing/2014/main" id="{A9ECB905-5693-82DC-100F-8DD50BAE26C1}"/>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26529AD7-FAF7-E2E8-6E33-AA98662D97B5}"/>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12B88C92-61D4-AA87-9DA0-E3A11B257FBD}"/>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D522DEFB-7814-AF97-017F-B372F5E60075}"/>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6DB5DA39-96E0-1693-683F-657E398B202B}"/>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3" name="直接连接符 462">
            <a:extLst>
              <a:ext uri="{FF2B5EF4-FFF2-40B4-BE49-F238E27FC236}">
                <a16:creationId xmlns:a16="http://schemas.microsoft.com/office/drawing/2014/main" id="{438CDB25-160C-D6B3-CC82-B12507D97ABB}"/>
              </a:ext>
            </a:extLst>
          </p:cNvPr>
          <p:cNvCxnSpPr>
            <a:cxnSpLocks/>
            <a:stCxn id="11" idx="4"/>
          </p:cNvCxnSpPr>
          <p:nvPr/>
        </p:nvCxnSpPr>
        <p:spPr>
          <a:xfrm flipV="1">
            <a:off x="1490680" y="-1188628"/>
            <a:ext cx="310099" cy="12031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8" name="直接连接符 487">
            <a:extLst>
              <a:ext uri="{FF2B5EF4-FFF2-40B4-BE49-F238E27FC236}">
                <a16:creationId xmlns:a16="http://schemas.microsoft.com/office/drawing/2014/main" id="{F17B6175-6AA2-6874-A48A-3C2336F62412}"/>
              </a:ext>
            </a:extLst>
          </p:cNvPr>
          <p:cNvCxnSpPr>
            <a:cxnSpLocks/>
            <a:endCxn id="60" idx="5"/>
          </p:cNvCxnSpPr>
          <p:nvPr/>
        </p:nvCxnSpPr>
        <p:spPr>
          <a:xfrm>
            <a:off x="2761327" y="-2108556"/>
            <a:ext cx="1237473" cy="2038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B506C543-F7CD-04A3-C207-C6BF20686CB4}"/>
              </a:ext>
            </a:extLst>
          </p:cNvPr>
          <p:cNvSpPr txBox="1"/>
          <p:nvPr/>
        </p:nvSpPr>
        <p:spPr>
          <a:xfrm>
            <a:off x="595323" y="220218"/>
            <a:ext cx="10972281"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a:ln>
                  <a:noFill/>
                </a:ln>
                <a:solidFill>
                  <a:prstClr val="black"/>
                </a:solidFill>
                <a:effectLst/>
                <a:uLnTx/>
                <a:uFillTx/>
                <a:latin typeface="Arial"/>
                <a:ea typeface="微软雅黑"/>
                <a:cs typeface="+mn-cs"/>
              </a:rPr>
              <a:t>Challenges</a:t>
            </a:r>
            <a:endParaRPr kumimoji="0" lang="zh-CN" altLang="en-US" sz="40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9F0F838B-71BF-01F0-A4A2-607AEB8C80F6}"/>
              </a:ext>
            </a:extLst>
          </p:cNvPr>
          <p:cNvSpPr txBox="1"/>
          <p:nvPr/>
        </p:nvSpPr>
        <p:spPr>
          <a:xfrm>
            <a:off x="1119223" y="761997"/>
            <a:ext cx="10315222" cy="3347840"/>
          </a:xfrm>
          <a:prstGeom prst="rect">
            <a:avLst/>
          </a:prstGeom>
          <a:noFill/>
        </p:spPr>
        <p:txBody>
          <a:bodyPr wrap="square" rtlCol="0">
            <a:spAutoFit/>
          </a:bodyPr>
          <a:lstStyle/>
          <a:p>
            <a:pPr>
              <a:lnSpc>
                <a:spcPct val="150000"/>
              </a:lnSpc>
            </a:pPr>
            <a:r>
              <a:rPr lang="en-US" altLang="zh-CN" sz="2400"/>
              <a:t>Challenge 3: Can We Protect Copyright Without Affecting Performance?</a:t>
            </a:r>
          </a:p>
          <a:p>
            <a:pPr>
              <a:lnSpc>
                <a:spcPct val="150000"/>
              </a:lnSpc>
            </a:pPr>
            <a:endParaRPr lang="en-US" altLang="zh-CN" sz="2400"/>
          </a:p>
          <a:p>
            <a:pPr>
              <a:lnSpc>
                <a:spcPct val="150000"/>
              </a:lnSpc>
            </a:pPr>
            <a:endParaRPr lang="en-US" altLang="zh-CN" sz="2400"/>
          </a:p>
          <a:p>
            <a:pPr>
              <a:lnSpc>
                <a:spcPct val="150000"/>
              </a:lnSpc>
            </a:pPr>
            <a:endParaRPr lang="en-US" altLang="zh-CN" sz="2400"/>
          </a:p>
          <a:p>
            <a:pPr>
              <a:lnSpc>
                <a:spcPct val="150000"/>
              </a:lnSpc>
            </a:pPr>
            <a:endParaRPr lang="en-US" altLang="zh-CN" sz="2400"/>
          </a:p>
          <a:p>
            <a:pPr>
              <a:lnSpc>
                <a:spcPct val="150000"/>
              </a:lnSpc>
            </a:pPr>
            <a:endParaRPr lang="zh-CN" altLang="en-US" sz="2400"/>
          </a:p>
        </p:txBody>
      </p:sp>
      <p:cxnSp>
        <p:nvCxnSpPr>
          <p:cNvPr id="4" name="直接连接符 3">
            <a:extLst>
              <a:ext uri="{FF2B5EF4-FFF2-40B4-BE49-F238E27FC236}">
                <a16:creationId xmlns:a16="http://schemas.microsoft.com/office/drawing/2014/main" id="{78211FC1-8DD4-295E-048B-15C8207BAEEE}"/>
              </a:ext>
            </a:extLst>
          </p:cNvPr>
          <p:cNvCxnSpPr>
            <a:cxnSpLocks/>
            <a:endCxn id="465"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F676D394-F127-4BD9-9ED9-489EFDFDB566}"/>
              </a:ext>
            </a:extLst>
          </p:cNvPr>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9126A324-0FA1-7CD8-23D4-9546C6991855}"/>
              </a:ext>
            </a:extLst>
          </p:cNvPr>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07959F9-ED78-72A4-E494-D6AE6274DEAB}"/>
              </a:ext>
            </a:extLst>
          </p:cNvPr>
          <p:cNvCxnSpPr>
            <a:cxnSpLocks/>
            <a:endCxn id="15" idx="7"/>
          </p:cNvCxnSpPr>
          <p:nvPr/>
        </p:nvCxnSpPr>
        <p:spPr>
          <a:xfrm>
            <a:off x="9258302" y="2126180"/>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9A732E1-E966-AD58-5DFF-EB74F008E541}"/>
              </a:ext>
            </a:extLst>
          </p:cNvPr>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3F5100C-D489-D244-60EC-F869F07CE1B5}"/>
              </a:ext>
            </a:extLst>
          </p:cNvPr>
          <p:cNvCxnSpPr>
            <a:cxnSpLocks/>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27669695-9AF1-9D04-A6DE-6908669480F9}"/>
              </a:ext>
            </a:extLst>
          </p:cNvPr>
          <p:cNvSpPr/>
          <p:nvPr/>
        </p:nvSpPr>
        <p:spPr>
          <a:xfrm flipH="1">
            <a:off x="9773515" y="3271865"/>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29BC949C-BFE5-FAFF-4DE1-8DC862E04A8E}"/>
              </a:ext>
            </a:extLst>
          </p:cNvPr>
          <p:cNvCxnSpPr>
            <a:cxnSpLocks/>
            <a:endCxn id="15" idx="5"/>
          </p:cNvCxnSpPr>
          <p:nvPr/>
        </p:nvCxnSpPr>
        <p:spPr>
          <a:xfrm>
            <a:off x="8458251" y="2668899"/>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5E8AF4D-79DA-4AAB-D4CA-53B1252E94AF}"/>
              </a:ext>
            </a:extLst>
          </p:cNvPr>
          <p:cNvCxnSpPr>
            <a:cxnSpLocks/>
            <a:endCxn id="30"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C2D753A-E173-AEC2-836B-28B24C987A78}"/>
              </a:ext>
            </a:extLst>
          </p:cNvPr>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B1A3644-9457-C75A-9522-3C2752B8951D}"/>
              </a:ext>
            </a:extLst>
          </p:cNvPr>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169AD53-A0AC-C6B5-FD92-D0086023D1D1}"/>
              </a:ext>
            </a:extLst>
          </p:cNvPr>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4A9CCA80-CBA8-FEBD-4B39-C943920A54D9}"/>
              </a:ext>
            </a:extLst>
          </p:cNvPr>
          <p:cNvCxnSpPr>
            <a:cxnSpLocks/>
            <a:endCxn id="15" idx="4"/>
          </p:cNvCxnSpPr>
          <p:nvPr/>
        </p:nvCxnSpPr>
        <p:spPr>
          <a:xfrm flipH="1" flipV="1">
            <a:off x="9844916" y="3414667"/>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85F47D0E-AB08-DE73-6F9A-125FD3CA0E5D}"/>
              </a:ext>
            </a:extLst>
          </p:cNvPr>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C47BB1CF-80ED-9E93-BFB1-8910F3E30D64}"/>
              </a:ext>
            </a:extLst>
          </p:cNvPr>
          <p:cNvCxnSpPr>
            <a:endCxn id="455"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88C7E60D-440A-A667-90C9-0CA69E8943FD}"/>
              </a:ext>
            </a:extLst>
          </p:cNvPr>
          <p:cNvCxnSpPr>
            <a:cxnSpLocks/>
            <a:endCxn id="41"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3EED4B01-380B-9EDF-2448-3A71FE3658CE}"/>
              </a:ext>
            </a:extLst>
          </p:cNvPr>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F3059FF3-602A-2E45-BB3A-9FF32AE472BB}"/>
              </a:ext>
            </a:extLst>
          </p:cNvPr>
          <p:cNvCxnSpPr>
            <a:stCxn id="41" idx="0"/>
            <a:endCxn id="44"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EF36EE04-E38B-92F0-ABC2-A9DFB8099CDF}"/>
              </a:ext>
            </a:extLst>
          </p:cNvPr>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570E5DFA-8396-B946-D53C-251500480412}"/>
              </a:ext>
            </a:extLst>
          </p:cNvPr>
          <p:cNvCxnSpPr>
            <a:stCxn id="451" idx="2"/>
            <a:endCxn id="44"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FEA46B30-8B90-A312-AD0A-A1FD5C22B213}"/>
              </a:ext>
            </a:extLst>
          </p:cNvPr>
          <p:cNvCxnSpPr>
            <a:endCxn id="450"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B2721C2-85C6-6DE0-113A-9ADE426A3A7C}"/>
              </a:ext>
            </a:extLst>
          </p:cNvPr>
          <p:cNvCxnSpPr>
            <a:stCxn id="450"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8532F055-824F-C4B6-FF53-AFFA4FDDD8BB}"/>
              </a:ext>
            </a:extLst>
          </p:cNvPr>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3742593-5F63-F2D0-8340-D2ACB3819A0D}"/>
              </a:ext>
            </a:extLst>
          </p:cNvPr>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F5BCF65-68D4-2B79-6BCA-F856243EE4E8}"/>
              </a:ext>
            </a:extLst>
          </p:cNvPr>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E80AD378-0296-D753-92F5-5B0C02D80F30}"/>
              </a:ext>
            </a:extLst>
          </p:cNvPr>
          <p:cNvCxnSpPr>
            <a:cxnSpLocks/>
            <a:stCxn id="451"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0" name="椭圆 449">
            <a:extLst>
              <a:ext uri="{FF2B5EF4-FFF2-40B4-BE49-F238E27FC236}">
                <a16:creationId xmlns:a16="http://schemas.microsoft.com/office/drawing/2014/main" id="{4EB59DC7-20B0-B688-1EB6-3E9D8D2FD0CF}"/>
              </a:ext>
            </a:extLst>
          </p:cNvPr>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1" name="椭圆 450">
            <a:extLst>
              <a:ext uri="{FF2B5EF4-FFF2-40B4-BE49-F238E27FC236}">
                <a16:creationId xmlns:a16="http://schemas.microsoft.com/office/drawing/2014/main" id="{3FB9F6DC-1A31-3E42-800B-A37599EBFDBE}"/>
              </a:ext>
            </a:extLst>
          </p:cNvPr>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5" name="椭圆 454">
            <a:extLst>
              <a:ext uri="{FF2B5EF4-FFF2-40B4-BE49-F238E27FC236}">
                <a16:creationId xmlns:a16="http://schemas.microsoft.com/office/drawing/2014/main" id="{19D962D7-87E5-35D0-056F-2C169E656E44}"/>
              </a:ext>
            </a:extLst>
          </p:cNvPr>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8" name="直接连接符 457">
            <a:extLst>
              <a:ext uri="{FF2B5EF4-FFF2-40B4-BE49-F238E27FC236}">
                <a16:creationId xmlns:a16="http://schemas.microsoft.com/office/drawing/2014/main" id="{C1CDC5BE-DD54-49CD-1736-29F1AFF43CE1}"/>
              </a:ext>
            </a:extLst>
          </p:cNvPr>
          <p:cNvCxnSpPr>
            <a:stCxn id="41" idx="4"/>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4" name="直接连接符 463">
            <a:extLst>
              <a:ext uri="{FF2B5EF4-FFF2-40B4-BE49-F238E27FC236}">
                <a16:creationId xmlns:a16="http://schemas.microsoft.com/office/drawing/2014/main" id="{E92B4BA3-1F4B-D664-E0E1-B626F04AFE6E}"/>
              </a:ext>
            </a:extLst>
          </p:cNvPr>
          <p:cNvCxnSpPr>
            <a:stCxn id="450" idx="5"/>
            <a:endCxn id="30"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5" name="椭圆 464">
            <a:extLst>
              <a:ext uri="{FF2B5EF4-FFF2-40B4-BE49-F238E27FC236}">
                <a16:creationId xmlns:a16="http://schemas.microsoft.com/office/drawing/2014/main" id="{A5DA7D5B-E28B-2A95-2F0E-DE4A5B904425}"/>
              </a:ext>
            </a:extLst>
          </p:cNvPr>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右 30">
            <a:extLst>
              <a:ext uri="{FF2B5EF4-FFF2-40B4-BE49-F238E27FC236}">
                <a16:creationId xmlns:a16="http://schemas.microsoft.com/office/drawing/2014/main" id="{F318F3EF-56B4-0A6A-7A85-84DEC8EB41CC}"/>
              </a:ext>
            </a:extLst>
          </p:cNvPr>
          <p:cNvSpPr/>
          <p:nvPr/>
        </p:nvSpPr>
        <p:spPr>
          <a:xfrm>
            <a:off x="5145368" y="5310137"/>
            <a:ext cx="1734681" cy="331596"/>
          </a:xfrm>
          <a:prstGeom prst="rightArrow">
            <a:avLst/>
          </a:prstGeom>
          <a:gradFill flip="none" rotWithShape="1">
            <a:gsLst>
              <a:gs pos="0">
                <a:srgbClr val="5B9BD5"/>
              </a:gs>
              <a:gs pos="100000">
                <a:srgbClr val="70AD47"/>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a:extLst>
              <a:ext uri="{FF2B5EF4-FFF2-40B4-BE49-F238E27FC236}">
                <a16:creationId xmlns:a16="http://schemas.microsoft.com/office/drawing/2014/main" id="{BB43079C-A51D-F1A9-690D-4785B12A5BE0}"/>
              </a:ext>
            </a:extLst>
          </p:cNvPr>
          <p:cNvPicPr>
            <a:picLocks noChangeAspect="1"/>
          </p:cNvPicPr>
          <p:nvPr/>
        </p:nvPicPr>
        <p:blipFill>
          <a:blip r:embed="rId3"/>
          <a:stretch>
            <a:fillRect/>
          </a:stretch>
        </p:blipFill>
        <p:spPr>
          <a:xfrm>
            <a:off x="3035687" y="1418941"/>
            <a:ext cx="6306587" cy="5296595"/>
          </a:xfrm>
          <a:prstGeom prst="rect">
            <a:avLst/>
          </a:prstGeom>
        </p:spPr>
      </p:pic>
    </p:spTree>
    <p:extLst>
      <p:ext uri="{BB962C8B-B14F-4D97-AF65-F5344CB8AC3E}">
        <p14:creationId xmlns:p14="http://schemas.microsoft.com/office/powerpoint/2010/main" val="418392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a:extLst>
            <a:ext uri="{FF2B5EF4-FFF2-40B4-BE49-F238E27FC236}">
              <a16:creationId xmlns:a16="http://schemas.microsoft.com/office/drawing/2014/main" id="{F8C75E02-4AE5-B081-285D-6B0DD42A80EE}"/>
            </a:ext>
          </a:extLst>
        </p:cNvPr>
        <p:cNvGrpSpPr/>
        <p:nvPr/>
      </p:nvGrpSpPr>
      <p:grpSpPr>
        <a:xfrm>
          <a:off x="0" y="0"/>
          <a:ext cx="0" cy="0"/>
          <a:chOff x="0" y="0"/>
          <a:chExt cx="0" cy="0"/>
        </a:xfrm>
      </p:grpSpPr>
      <p:sp>
        <p:nvSpPr>
          <p:cNvPr id="11" name="椭圆 10">
            <a:extLst>
              <a:ext uri="{FF2B5EF4-FFF2-40B4-BE49-F238E27FC236}">
                <a16:creationId xmlns:a16="http://schemas.microsoft.com/office/drawing/2014/main" id="{27FAA960-AF13-36F3-C490-146D7D447FA1}"/>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椭圆 12">
            <a:extLst>
              <a:ext uri="{FF2B5EF4-FFF2-40B4-BE49-F238E27FC236}">
                <a16:creationId xmlns:a16="http://schemas.microsoft.com/office/drawing/2014/main" id="{D2C6F30C-007F-9574-2EE6-4575FB26B0D2}"/>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4" name="椭圆 13">
            <a:extLst>
              <a:ext uri="{FF2B5EF4-FFF2-40B4-BE49-F238E27FC236}">
                <a16:creationId xmlns:a16="http://schemas.microsoft.com/office/drawing/2014/main" id="{DC5CABC5-3A32-93FD-9A44-9038A241DD68}"/>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0" name="直接连接符 49">
            <a:extLst>
              <a:ext uri="{FF2B5EF4-FFF2-40B4-BE49-F238E27FC236}">
                <a16:creationId xmlns:a16="http://schemas.microsoft.com/office/drawing/2014/main" id="{18AFE2E3-6C67-DF9F-F8D4-CB8EC5F8E819}"/>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E33D9BDF-5FAE-BE66-60AD-F9D8F4CC20D8}"/>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9518893-1B1E-D6AF-918E-A66C0F820F0F}"/>
              </a:ext>
            </a:extLst>
          </p:cNvPr>
          <p:cNvCxnSpPr>
            <a:cxnSpLocks/>
            <a:stCxn id="11" idx="6"/>
          </p:cNvCxnSpPr>
          <p:nvPr/>
        </p:nvCxnSpPr>
        <p:spPr>
          <a:xfrm flipH="1" flipV="1">
            <a:off x="-562327" y="-700165"/>
            <a:ext cx="1919399" cy="8219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B9DC045-710B-9A03-07DE-5FBE630AFDE9}"/>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B509C7B9-6840-0FA6-382C-8772F915765F}"/>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7784AEF-5049-4430-F367-C93FB5D4F586}"/>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EADE53F9-6129-7ED5-D031-2EEB7D6B1885}"/>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7" name="椭圆 56">
            <a:extLst>
              <a:ext uri="{FF2B5EF4-FFF2-40B4-BE49-F238E27FC236}">
                <a16:creationId xmlns:a16="http://schemas.microsoft.com/office/drawing/2014/main" id="{8F559137-10EF-C6B7-1E3C-CACB86631056}"/>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0" name="椭圆 59">
            <a:extLst>
              <a:ext uri="{FF2B5EF4-FFF2-40B4-BE49-F238E27FC236}">
                <a16:creationId xmlns:a16="http://schemas.microsoft.com/office/drawing/2014/main" id="{E051ED9C-1229-0A07-F81C-29AA821625CA}"/>
              </a:ext>
            </a:extLst>
          </p:cNvPr>
          <p:cNvSpPr/>
          <p:nvPr/>
        </p:nvSpPr>
        <p:spPr>
          <a:xfrm rot="11174285">
            <a:off x="3968725" y="-88231"/>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3" name="直接连接符 62">
            <a:extLst>
              <a:ext uri="{FF2B5EF4-FFF2-40B4-BE49-F238E27FC236}">
                <a16:creationId xmlns:a16="http://schemas.microsoft.com/office/drawing/2014/main" id="{B4505127-BEE4-BFD6-B58D-6E8481C48D37}"/>
              </a:ext>
            </a:extLst>
          </p:cNvPr>
          <p:cNvCxnSpPr>
            <a:cxnSpLocks/>
            <a:stCxn id="14" idx="7"/>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2EB512D7-C32D-5AD7-26D8-9864D0ADE950}"/>
              </a:ext>
            </a:extLst>
          </p:cNvPr>
          <p:cNvCxnSpPr>
            <a:cxnSpLocks/>
            <a:stCxn id="60" idx="6"/>
          </p:cNvCxnSpPr>
          <p:nvPr/>
        </p:nvCxnSpPr>
        <p:spPr>
          <a:xfrm flipH="1" flipV="1">
            <a:off x="2740111" y="-646750"/>
            <a:ext cx="1229090" cy="6302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05EB505-C156-2D8D-8042-F0825659D986}"/>
              </a:ext>
            </a:extLst>
          </p:cNvPr>
          <p:cNvCxnSpPr>
            <a:stCxn id="60" idx="0"/>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5AA19D1-476E-6673-1F52-01B43F35ED71}"/>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0" name="椭圆 119">
            <a:extLst>
              <a:ext uri="{FF2B5EF4-FFF2-40B4-BE49-F238E27FC236}">
                <a16:creationId xmlns:a16="http://schemas.microsoft.com/office/drawing/2014/main" id="{5ED929C5-F89C-7476-26A1-FFB0E69BA180}"/>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30" name="直接连接符 129">
            <a:extLst>
              <a:ext uri="{FF2B5EF4-FFF2-40B4-BE49-F238E27FC236}">
                <a16:creationId xmlns:a16="http://schemas.microsoft.com/office/drawing/2014/main" id="{446E07EA-2945-0100-F374-B357E6A55693}"/>
              </a:ext>
            </a:extLst>
          </p:cNvPr>
          <p:cNvCxnSpPr>
            <a:stCxn id="60" idx="7"/>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D0EC1FEA-62C0-4362-9C83-427020FCE3D3}"/>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21" name="直接连接符 220">
            <a:extLst>
              <a:ext uri="{FF2B5EF4-FFF2-40B4-BE49-F238E27FC236}">
                <a16:creationId xmlns:a16="http://schemas.microsoft.com/office/drawing/2014/main" id="{46B85FA3-B611-77EF-0F51-AFDCD87C3581}"/>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5B595CA1-DEE4-C101-2298-C0AE66756864}"/>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33F3FD18-B662-81B2-64A8-0EB3496D3112}"/>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6B9004BB-B565-7AD9-008E-8DD62D04144F}"/>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B1CBBB22-091F-30E6-138D-4218B0574168}"/>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0CF30A05-CCE7-2313-88DD-BA43037A5D16}"/>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0B3CED87-E3A6-DC4B-A114-DA164945BDB3}"/>
              </a:ext>
            </a:extLst>
          </p:cNvPr>
          <p:cNvCxnSpPr>
            <a:cxnSpLocks/>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53761D58-365C-000A-8B01-BB6F5E1CCE75}"/>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B9BE460F-59FA-D30D-6D62-53F64D81117A}"/>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CCBA538E-9169-15B3-AF70-00C3D2BB2A61}"/>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a:extLst>
              <a:ext uri="{FF2B5EF4-FFF2-40B4-BE49-F238E27FC236}">
                <a16:creationId xmlns:a16="http://schemas.microsoft.com/office/drawing/2014/main" id="{B1395503-6175-FD7A-9687-45CC1794D0A5}"/>
              </a:ext>
            </a:extLst>
          </p:cNvPr>
          <p:cNvCxnSpPr>
            <a:cxnSpLocks/>
            <a:endCxn id="11" idx="4"/>
          </p:cNvCxnSpPr>
          <p:nvPr/>
        </p:nvCxnSpPr>
        <p:spPr>
          <a:xfrm flipH="1">
            <a:off x="1490680" y="-664230"/>
            <a:ext cx="1089521" cy="6787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DA7869C7-4838-B986-FECB-BC988AF07AD9}"/>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364" name="直接连接符 363">
            <a:extLst>
              <a:ext uri="{FF2B5EF4-FFF2-40B4-BE49-F238E27FC236}">
                <a16:creationId xmlns:a16="http://schemas.microsoft.com/office/drawing/2014/main" id="{B834CCA5-576D-4F79-58F4-40B4F32ABEE8}"/>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6519BE18-BB88-F99A-0F9F-D494932727AE}"/>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836B6320-5724-4BAC-9695-3D834514F4DB}"/>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EEA5A286-8C6E-3E27-3E81-49304A955ECE}"/>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30" name="直接连接符 229">
            <a:extLst>
              <a:ext uri="{FF2B5EF4-FFF2-40B4-BE49-F238E27FC236}">
                <a16:creationId xmlns:a16="http://schemas.microsoft.com/office/drawing/2014/main" id="{A9BE2BC1-42D0-9F39-BF74-ECC8BFB1E19A}"/>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BF5726A1-0E3D-67BB-2CE8-0C11BD9740B7}"/>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3AA9CB42-B9FB-C9C4-06BF-7F625D444DED}"/>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7C5F41E7-7591-714F-15D2-8DA41DEE7054}"/>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25FCA40C-6F98-2B54-32D1-560C3276BDCC}"/>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3" name="直接连接符 462">
            <a:extLst>
              <a:ext uri="{FF2B5EF4-FFF2-40B4-BE49-F238E27FC236}">
                <a16:creationId xmlns:a16="http://schemas.microsoft.com/office/drawing/2014/main" id="{B6425BE5-6E80-1537-C4D7-2234F1A777B1}"/>
              </a:ext>
            </a:extLst>
          </p:cNvPr>
          <p:cNvCxnSpPr>
            <a:cxnSpLocks/>
            <a:stCxn id="11" idx="4"/>
          </p:cNvCxnSpPr>
          <p:nvPr/>
        </p:nvCxnSpPr>
        <p:spPr>
          <a:xfrm flipV="1">
            <a:off x="1490680" y="-1188628"/>
            <a:ext cx="310099" cy="12031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8" name="直接连接符 487">
            <a:extLst>
              <a:ext uri="{FF2B5EF4-FFF2-40B4-BE49-F238E27FC236}">
                <a16:creationId xmlns:a16="http://schemas.microsoft.com/office/drawing/2014/main" id="{4F68124F-B377-9679-54C0-8EBC8CF4202A}"/>
              </a:ext>
            </a:extLst>
          </p:cNvPr>
          <p:cNvCxnSpPr>
            <a:cxnSpLocks/>
            <a:endCxn id="60" idx="5"/>
          </p:cNvCxnSpPr>
          <p:nvPr/>
        </p:nvCxnSpPr>
        <p:spPr>
          <a:xfrm>
            <a:off x="2761327" y="-2108556"/>
            <a:ext cx="1237473" cy="2038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D8CF6455-CF52-827B-D42B-57BE91EE58B9}"/>
              </a:ext>
            </a:extLst>
          </p:cNvPr>
          <p:cNvSpPr txBox="1"/>
          <p:nvPr/>
        </p:nvSpPr>
        <p:spPr>
          <a:xfrm>
            <a:off x="595323" y="220218"/>
            <a:ext cx="10972281"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a:ln>
                  <a:noFill/>
                </a:ln>
                <a:solidFill>
                  <a:prstClr val="black"/>
                </a:solidFill>
                <a:effectLst/>
                <a:uLnTx/>
                <a:uFillTx/>
                <a:latin typeface="Arial"/>
                <a:ea typeface="微软雅黑"/>
                <a:cs typeface="+mn-cs"/>
              </a:rPr>
              <a:t>Challenges</a:t>
            </a:r>
            <a:endParaRPr kumimoji="0" lang="zh-CN" altLang="en-US" sz="4000" b="0" i="0" u="none" strike="noStrike" kern="1200" cap="none" spc="0" normalizeH="0" baseline="0" noProof="0">
              <a:ln>
                <a:noFill/>
              </a:ln>
              <a:solidFill>
                <a:prstClr val="black"/>
              </a:solidFill>
              <a:effectLst/>
              <a:uLnTx/>
              <a:uFillTx/>
              <a:latin typeface="Arial"/>
              <a:ea typeface="微软雅黑"/>
              <a:cs typeface="+mn-cs"/>
            </a:endParaRPr>
          </a:p>
        </p:txBody>
      </p:sp>
      <p:cxnSp>
        <p:nvCxnSpPr>
          <p:cNvPr id="4" name="直接连接符 3">
            <a:extLst>
              <a:ext uri="{FF2B5EF4-FFF2-40B4-BE49-F238E27FC236}">
                <a16:creationId xmlns:a16="http://schemas.microsoft.com/office/drawing/2014/main" id="{E107E0B6-303B-7549-AB06-385DEA50F809}"/>
              </a:ext>
            </a:extLst>
          </p:cNvPr>
          <p:cNvCxnSpPr>
            <a:cxnSpLocks/>
            <a:endCxn id="465" idx="7"/>
          </p:cNvCxnSpPr>
          <p:nvPr/>
        </p:nvCxnSpPr>
        <p:spPr>
          <a:xfrm flipH="1">
            <a:off x="6738945" y="2695091"/>
            <a:ext cx="947317" cy="3191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101A119-B36A-EE71-4086-2898E8E6DBF1}"/>
              </a:ext>
            </a:extLst>
          </p:cNvPr>
          <p:cNvCxnSpPr/>
          <p:nvPr/>
        </p:nvCxnSpPr>
        <p:spPr>
          <a:xfrm flipH="1">
            <a:off x="7776491" y="2645776"/>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316F072B-410A-9D8F-A80B-14AD15A65CD6}"/>
              </a:ext>
            </a:extLst>
          </p:cNvPr>
          <p:cNvCxnSpPr/>
          <p:nvPr/>
        </p:nvCxnSpPr>
        <p:spPr>
          <a:xfrm flipH="1">
            <a:off x="7759497"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942F7B0-F60B-C4BA-A66F-0AF85CC5B7F2}"/>
              </a:ext>
            </a:extLst>
          </p:cNvPr>
          <p:cNvCxnSpPr>
            <a:cxnSpLocks/>
            <a:endCxn id="15" idx="7"/>
          </p:cNvCxnSpPr>
          <p:nvPr/>
        </p:nvCxnSpPr>
        <p:spPr>
          <a:xfrm>
            <a:off x="9841818" y="2127997"/>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3984ABC-D390-8E81-A8F6-C536870ADC8A}"/>
              </a:ext>
            </a:extLst>
          </p:cNvPr>
          <p:cNvCxnSpPr>
            <a:cxnSpLocks/>
          </p:cNvCxnSpPr>
          <p:nvPr/>
        </p:nvCxnSpPr>
        <p:spPr>
          <a:xfrm flipV="1">
            <a:off x="8338599" y="2036484"/>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15D20EB-7A03-819C-D11D-3F3820CD07A5}"/>
              </a:ext>
            </a:extLst>
          </p:cNvPr>
          <p:cNvCxnSpPr>
            <a:cxnSpLocks/>
          </p:cNvCxnSpPr>
          <p:nvPr/>
        </p:nvCxnSpPr>
        <p:spPr>
          <a:xfrm>
            <a:off x="8369850" y="2705516"/>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A53C240F-F70D-4A70-6C1F-0597FB89EC99}"/>
              </a:ext>
            </a:extLst>
          </p:cNvPr>
          <p:cNvSpPr/>
          <p:nvPr/>
        </p:nvSpPr>
        <p:spPr>
          <a:xfrm flipH="1">
            <a:off x="10357031" y="3273682"/>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EF40930A-11BA-3BB8-283E-3214F26AD9A2}"/>
              </a:ext>
            </a:extLst>
          </p:cNvPr>
          <p:cNvCxnSpPr>
            <a:cxnSpLocks/>
            <a:endCxn id="15" idx="5"/>
          </p:cNvCxnSpPr>
          <p:nvPr/>
        </p:nvCxnSpPr>
        <p:spPr>
          <a:xfrm>
            <a:off x="9041767" y="2670716"/>
            <a:ext cx="1336177" cy="724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E293715-6952-BBCC-0A6D-2A42532DF09F}"/>
              </a:ext>
            </a:extLst>
          </p:cNvPr>
          <p:cNvCxnSpPr>
            <a:cxnSpLocks/>
            <a:endCxn id="30" idx="2"/>
          </p:cNvCxnSpPr>
          <p:nvPr/>
        </p:nvCxnSpPr>
        <p:spPr>
          <a:xfrm flipH="1" flipV="1">
            <a:off x="6513478" y="2346542"/>
            <a:ext cx="1172784" cy="348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2FCA2FE-B9E0-073C-58E4-C7443D7AB15B}"/>
              </a:ext>
            </a:extLst>
          </p:cNvPr>
          <p:cNvCxnSpPr/>
          <p:nvPr/>
        </p:nvCxnSpPr>
        <p:spPr>
          <a:xfrm>
            <a:off x="6458858"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3EF8623-8780-5401-4421-0320A339D21C}"/>
              </a:ext>
            </a:extLst>
          </p:cNvPr>
          <p:cNvCxnSpPr/>
          <p:nvPr/>
        </p:nvCxnSpPr>
        <p:spPr>
          <a:xfrm>
            <a:off x="6720116" y="3070553"/>
            <a:ext cx="967974" cy="367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A5F5635-7767-05D2-9C1D-5FEE9032AE7C}"/>
              </a:ext>
            </a:extLst>
          </p:cNvPr>
          <p:cNvCxnSpPr/>
          <p:nvPr/>
        </p:nvCxnSpPr>
        <p:spPr>
          <a:xfrm flipH="1">
            <a:off x="6516916"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3ECD48A-7D35-1308-2777-16CB9912DBF6}"/>
              </a:ext>
            </a:extLst>
          </p:cNvPr>
          <p:cNvCxnSpPr>
            <a:cxnSpLocks/>
            <a:endCxn id="15" idx="4"/>
          </p:cNvCxnSpPr>
          <p:nvPr/>
        </p:nvCxnSpPr>
        <p:spPr>
          <a:xfrm flipH="1" flipV="1">
            <a:off x="10428432" y="3416484"/>
            <a:ext cx="752409" cy="78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5A5373F1-477A-4EF8-0025-F1904BA86C2F}"/>
              </a:ext>
            </a:extLst>
          </p:cNvPr>
          <p:cNvSpPr/>
          <p:nvPr/>
        </p:nvSpPr>
        <p:spPr>
          <a:xfrm flipH="1">
            <a:off x="6370676"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FAEE29A2-138D-FBD6-F600-A83ADFAB6308}"/>
              </a:ext>
            </a:extLst>
          </p:cNvPr>
          <p:cNvCxnSpPr>
            <a:endCxn id="455" idx="6"/>
          </p:cNvCxnSpPr>
          <p:nvPr/>
        </p:nvCxnSpPr>
        <p:spPr>
          <a:xfrm flipH="1" flipV="1">
            <a:off x="5517711" y="3095853"/>
            <a:ext cx="1016309" cy="30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78B73710-FB38-9C5F-281C-7CB1AA9D9872}"/>
              </a:ext>
            </a:extLst>
          </p:cNvPr>
          <p:cNvCxnSpPr>
            <a:cxnSpLocks/>
            <a:endCxn id="41" idx="6"/>
          </p:cNvCxnSpPr>
          <p:nvPr/>
        </p:nvCxnSpPr>
        <p:spPr>
          <a:xfrm flipH="1">
            <a:off x="2974743" y="2542811"/>
            <a:ext cx="1102379" cy="4716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E490448E-8F7A-1AC2-DFE1-27C5D2F76045}"/>
              </a:ext>
            </a:extLst>
          </p:cNvPr>
          <p:cNvSpPr/>
          <p:nvPr/>
        </p:nvSpPr>
        <p:spPr>
          <a:xfrm>
            <a:off x="2724707" y="2889453"/>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294FED9B-9B70-3099-8146-64723AA688F6}"/>
              </a:ext>
            </a:extLst>
          </p:cNvPr>
          <p:cNvCxnSpPr>
            <a:stCxn id="41" idx="0"/>
            <a:endCxn id="44" idx="4"/>
          </p:cNvCxnSpPr>
          <p:nvPr/>
        </p:nvCxnSpPr>
        <p:spPr>
          <a:xfrm flipV="1">
            <a:off x="2849725" y="2090088"/>
            <a:ext cx="621986" cy="7993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A44BB3DC-B26B-5540-062D-76AA49D1E7AE}"/>
              </a:ext>
            </a:extLst>
          </p:cNvPr>
          <p:cNvSpPr/>
          <p:nvPr/>
        </p:nvSpPr>
        <p:spPr>
          <a:xfrm>
            <a:off x="3400310" y="194728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25BE55F9-8002-C64B-7F68-833A4E287646}"/>
              </a:ext>
            </a:extLst>
          </p:cNvPr>
          <p:cNvCxnSpPr>
            <a:stCxn id="451" idx="2"/>
            <a:endCxn id="44" idx="5"/>
          </p:cNvCxnSpPr>
          <p:nvPr/>
        </p:nvCxnSpPr>
        <p:spPr>
          <a:xfrm flipH="1">
            <a:off x="3522199" y="1986184"/>
            <a:ext cx="1496021" cy="8299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8CB4CC2-6124-55AE-093E-D05821705F96}"/>
              </a:ext>
            </a:extLst>
          </p:cNvPr>
          <p:cNvCxnSpPr>
            <a:endCxn id="450" idx="1"/>
          </p:cNvCxnSpPr>
          <p:nvPr/>
        </p:nvCxnSpPr>
        <p:spPr>
          <a:xfrm>
            <a:off x="5043941" y="1981982"/>
            <a:ext cx="714925" cy="452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1110016-D245-737C-5DCD-48604F23ECD4}"/>
              </a:ext>
            </a:extLst>
          </p:cNvPr>
          <p:cNvCxnSpPr>
            <a:stCxn id="450" idx="3"/>
          </p:cNvCxnSpPr>
          <p:nvPr/>
        </p:nvCxnSpPr>
        <p:spPr>
          <a:xfrm flipH="1">
            <a:off x="5464856" y="2128256"/>
            <a:ext cx="294010" cy="956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A8F7B60-6367-A515-D810-52238AD89572}"/>
              </a:ext>
            </a:extLst>
          </p:cNvPr>
          <p:cNvCxnSpPr>
            <a:cxnSpLocks/>
          </p:cNvCxnSpPr>
          <p:nvPr/>
        </p:nvCxnSpPr>
        <p:spPr>
          <a:xfrm flipH="1" flipV="1">
            <a:off x="4140547" y="2516540"/>
            <a:ext cx="1251738" cy="554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17F3E48-D0ED-9545-7777-22B57A4EC4B6}"/>
              </a:ext>
            </a:extLst>
          </p:cNvPr>
          <p:cNvCxnSpPr/>
          <p:nvPr/>
        </p:nvCxnSpPr>
        <p:spPr>
          <a:xfrm>
            <a:off x="5435827"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A91A3515-0352-7FB8-1B95-59B18D246B3A}"/>
              </a:ext>
            </a:extLst>
          </p:cNvPr>
          <p:cNvCxnSpPr/>
          <p:nvPr/>
        </p:nvCxnSpPr>
        <p:spPr>
          <a:xfrm>
            <a:off x="51165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48A3161-604B-1021-0A1D-623962EE9E2E}"/>
              </a:ext>
            </a:extLst>
          </p:cNvPr>
          <p:cNvCxnSpPr>
            <a:cxnSpLocks/>
            <a:stCxn id="451" idx="3"/>
          </p:cNvCxnSpPr>
          <p:nvPr/>
        </p:nvCxnSpPr>
        <p:spPr>
          <a:xfrm flipH="1">
            <a:off x="4140547" y="2040891"/>
            <a:ext cx="900334" cy="3487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0" name="椭圆 449">
            <a:extLst>
              <a:ext uri="{FF2B5EF4-FFF2-40B4-BE49-F238E27FC236}">
                <a16:creationId xmlns:a16="http://schemas.microsoft.com/office/drawing/2014/main" id="{92CA5E72-866C-66E2-BBA6-A2CF548D96F3}"/>
              </a:ext>
            </a:extLst>
          </p:cNvPr>
          <p:cNvSpPr/>
          <p:nvPr/>
        </p:nvSpPr>
        <p:spPr>
          <a:xfrm>
            <a:off x="5737953" y="200636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1" name="椭圆 450">
            <a:extLst>
              <a:ext uri="{FF2B5EF4-FFF2-40B4-BE49-F238E27FC236}">
                <a16:creationId xmlns:a16="http://schemas.microsoft.com/office/drawing/2014/main" id="{15E1780C-8826-2020-BA8B-FD8771EAEE45}"/>
              </a:ext>
            </a:extLst>
          </p:cNvPr>
          <p:cNvSpPr/>
          <p:nvPr/>
        </p:nvSpPr>
        <p:spPr>
          <a:xfrm>
            <a:off x="5018220"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5" name="椭圆 454">
            <a:extLst>
              <a:ext uri="{FF2B5EF4-FFF2-40B4-BE49-F238E27FC236}">
                <a16:creationId xmlns:a16="http://schemas.microsoft.com/office/drawing/2014/main" id="{10A8063F-F986-2970-730B-126A64E0EA5D}"/>
              </a:ext>
            </a:extLst>
          </p:cNvPr>
          <p:cNvSpPr/>
          <p:nvPr/>
        </p:nvSpPr>
        <p:spPr>
          <a:xfrm>
            <a:off x="5328345" y="3001170"/>
            <a:ext cx="189366" cy="1893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8" name="直接连接符 457">
            <a:extLst>
              <a:ext uri="{FF2B5EF4-FFF2-40B4-BE49-F238E27FC236}">
                <a16:creationId xmlns:a16="http://schemas.microsoft.com/office/drawing/2014/main" id="{2712831E-E918-B7A4-A9D4-1C342097BF92}"/>
              </a:ext>
            </a:extLst>
          </p:cNvPr>
          <p:cNvCxnSpPr>
            <a:stCxn id="41" idx="4"/>
          </p:cNvCxnSpPr>
          <p:nvPr/>
        </p:nvCxnSpPr>
        <p:spPr>
          <a:xfrm>
            <a:off x="2849725" y="3139489"/>
            <a:ext cx="375374" cy="457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4" name="直接连接符 463">
            <a:extLst>
              <a:ext uri="{FF2B5EF4-FFF2-40B4-BE49-F238E27FC236}">
                <a16:creationId xmlns:a16="http://schemas.microsoft.com/office/drawing/2014/main" id="{18902930-7E03-673D-90C2-73B3B1058114}"/>
              </a:ext>
            </a:extLst>
          </p:cNvPr>
          <p:cNvCxnSpPr>
            <a:stCxn id="450" idx="5"/>
            <a:endCxn id="30" idx="6"/>
          </p:cNvCxnSpPr>
          <p:nvPr/>
        </p:nvCxnSpPr>
        <p:spPr>
          <a:xfrm>
            <a:off x="5859842" y="2128256"/>
            <a:ext cx="510834" cy="218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5" name="椭圆 464">
            <a:extLst>
              <a:ext uri="{FF2B5EF4-FFF2-40B4-BE49-F238E27FC236}">
                <a16:creationId xmlns:a16="http://schemas.microsoft.com/office/drawing/2014/main" id="{F00F9007-5179-6F4A-3BA1-B9514FC76875}"/>
              </a:ext>
            </a:extLst>
          </p:cNvPr>
          <p:cNvSpPr/>
          <p:nvPr/>
        </p:nvSpPr>
        <p:spPr>
          <a:xfrm>
            <a:off x="6525526" y="2977588"/>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形 34" descr="手机振动 纯色填充">
            <a:extLst>
              <a:ext uri="{FF2B5EF4-FFF2-40B4-BE49-F238E27FC236}">
                <a16:creationId xmlns:a16="http://schemas.microsoft.com/office/drawing/2014/main" id="{AD5FC06C-27F5-2774-A7AC-4708E159E1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74210" y="3861401"/>
            <a:ext cx="1239287" cy="1239287"/>
          </a:xfrm>
          <a:prstGeom prst="rect">
            <a:avLst/>
          </a:prstGeom>
        </p:spPr>
      </p:pic>
      <p:pic>
        <p:nvPicPr>
          <p:cNvPr id="38" name="图形 37" descr="马来粽 纯色填充">
            <a:extLst>
              <a:ext uri="{FF2B5EF4-FFF2-40B4-BE49-F238E27FC236}">
                <a16:creationId xmlns:a16="http://schemas.microsoft.com/office/drawing/2014/main" id="{9DC278CA-97CB-F54D-E2F4-598D1F017F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79835" y="4949773"/>
            <a:ext cx="914400" cy="914400"/>
          </a:xfrm>
          <a:prstGeom prst="rect">
            <a:avLst/>
          </a:prstGeom>
        </p:spPr>
      </p:pic>
      <p:sp>
        <p:nvSpPr>
          <p:cNvPr id="39" name="文本框 38">
            <a:extLst>
              <a:ext uri="{FF2B5EF4-FFF2-40B4-BE49-F238E27FC236}">
                <a16:creationId xmlns:a16="http://schemas.microsoft.com/office/drawing/2014/main" id="{4C8CCB7D-1059-4547-38DE-687E81318D79}"/>
              </a:ext>
            </a:extLst>
          </p:cNvPr>
          <p:cNvSpPr txBox="1"/>
          <p:nvPr/>
        </p:nvSpPr>
        <p:spPr>
          <a:xfrm>
            <a:off x="3551824" y="5347887"/>
            <a:ext cx="1826141" cy="369332"/>
          </a:xfrm>
          <a:prstGeom prst="rect">
            <a:avLst/>
          </a:prstGeom>
          <a:noFill/>
        </p:spPr>
        <p:txBody>
          <a:bodyPr wrap="none" rtlCol="0">
            <a:spAutoFit/>
          </a:bodyPr>
          <a:lstStyle/>
          <a:p>
            <a:r>
              <a:rPr lang="en-US" altLang="zh-CN"/>
              <a:t>10B parameters</a:t>
            </a:r>
            <a:endParaRPr lang="zh-CN" altLang="en-US"/>
          </a:p>
        </p:txBody>
      </p:sp>
      <p:pic>
        <p:nvPicPr>
          <p:cNvPr id="55" name="图形 54" descr="智能手机 轮廓">
            <a:extLst>
              <a:ext uri="{FF2B5EF4-FFF2-40B4-BE49-F238E27FC236}">
                <a16:creationId xmlns:a16="http://schemas.microsoft.com/office/drawing/2014/main" id="{61842F4A-A504-AC82-9C0A-8C54275005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1417" y="3933118"/>
            <a:ext cx="1239287" cy="1239287"/>
          </a:xfrm>
          <a:prstGeom prst="rect">
            <a:avLst/>
          </a:prstGeom>
        </p:spPr>
      </p:pic>
      <p:pic>
        <p:nvPicPr>
          <p:cNvPr id="61" name="图形 60" descr="复选标记 纯色填充">
            <a:extLst>
              <a:ext uri="{FF2B5EF4-FFF2-40B4-BE49-F238E27FC236}">
                <a16:creationId xmlns:a16="http://schemas.microsoft.com/office/drawing/2014/main" id="{0FB27407-6E58-8B65-4E44-35DFA37596A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87779" y="5156641"/>
            <a:ext cx="914400" cy="914400"/>
          </a:xfrm>
          <a:prstGeom prst="rect">
            <a:avLst/>
          </a:prstGeom>
        </p:spPr>
      </p:pic>
      <p:pic>
        <p:nvPicPr>
          <p:cNvPr id="449" name="图形 448" descr="网络 轮廓">
            <a:extLst>
              <a:ext uri="{FF2B5EF4-FFF2-40B4-BE49-F238E27FC236}">
                <a16:creationId xmlns:a16="http://schemas.microsoft.com/office/drawing/2014/main" id="{C49B1C51-626C-D5C9-0F8B-68DB8BEB9B2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93143" y="3998923"/>
            <a:ext cx="914400" cy="914400"/>
          </a:xfrm>
          <a:prstGeom prst="rect">
            <a:avLst/>
          </a:prstGeom>
        </p:spPr>
      </p:pic>
      <p:sp>
        <p:nvSpPr>
          <p:cNvPr id="452" name="文本框 451">
            <a:extLst>
              <a:ext uri="{FF2B5EF4-FFF2-40B4-BE49-F238E27FC236}">
                <a16:creationId xmlns:a16="http://schemas.microsoft.com/office/drawing/2014/main" id="{60E3E0E9-DDBA-2437-9FAF-CDAE12556747}"/>
              </a:ext>
            </a:extLst>
          </p:cNvPr>
          <p:cNvSpPr txBox="1"/>
          <p:nvPr/>
        </p:nvSpPr>
        <p:spPr>
          <a:xfrm>
            <a:off x="7635378" y="4849275"/>
            <a:ext cx="1992853" cy="369332"/>
          </a:xfrm>
          <a:prstGeom prst="rect">
            <a:avLst/>
          </a:prstGeom>
          <a:noFill/>
        </p:spPr>
        <p:txBody>
          <a:bodyPr wrap="none" rtlCol="0">
            <a:spAutoFit/>
          </a:bodyPr>
          <a:lstStyle/>
          <a:p>
            <a:r>
              <a:rPr lang="en-US" altLang="zh-CN"/>
              <a:t>100M parameters</a:t>
            </a:r>
            <a:endParaRPr lang="zh-CN" altLang="en-US"/>
          </a:p>
        </p:txBody>
      </p:sp>
      <p:sp>
        <p:nvSpPr>
          <p:cNvPr id="3" name="文本框 2">
            <a:extLst>
              <a:ext uri="{FF2B5EF4-FFF2-40B4-BE49-F238E27FC236}">
                <a16:creationId xmlns:a16="http://schemas.microsoft.com/office/drawing/2014/main" id="{F8A0779C-11C1-8F41-D9F6-A1BE368402B5}"/>
              </a:ext>
            </a:extLst>
          </p:cNvPr>
          <p:cNvSpPr txBox="1"/>
          <p:nvPr/>
        </p:nvSpPr>
        <p:spPr>
          <a:xfrm>
            <a:off x="1119223" y="761997"/>
            <a:ext cx="10315222" cy="3532505"/>
          </a:xfrm>
          <a:prstGeom prst="rect">
            <a:avLst/>
          </a:prstGeom>
          <a:noFill/>
        </p:spPr>
        <p:txBody>
          <a:bodyPr wrap="square" rtlCol="0">
            <a:spAutoFit/>
          </a:bodyPr>
          <a:lstStyle/>
          <a:p>
            <a:pPr>
              <a:lnSpc>
                <a:spcPct val="150000"/>
              </a:lnSpc>
            </a:pPr>
            <a:r>
              <a:rPr lang="en-US" altLang="zh-CN" sz="3200"/>
              <a:t>Challenge 4: Which techniques keep the translation quality high even after distillation?</a:t>
            </a:r>
          </a:p>
          <a:p>
            <a:pPr>
              <a:lnSpc>
                <a:spcPct val="150000"/>
              </a:lnSpc>
            </a:pPr>
            <a:endParaRPr lang="en-US" altLang="zh-CN" sz="3200"/>
          </a:p>
          <a:p>
            <a:pPr>
              <a:lnSpc>
                <a:spcPct val="150000"/>
              </a:lnSpc>
            </a:pPr>
            <a:r>
              <a:rPr lang="en-US" altLang="zh-CN" sz="3200"/>
              <a:t>Challenge 5: Making It Mobile-Ready</a:t>
            </a:r>
          </a:p>
          <a:p>
            <a:pPr>
              <a:lnSpc>
                <a:spcPct val="150000"/>
              </a:lnSpc>
            </a:pPr>
            <a:endParaRPr lang="zh-CN" altLang="en-US" sz="2400"/>
          </a:p>
        </p:txBody>
      </p:sp>
    </p:spTree>
    <p:extLst>
      <p:ext uri="{BB962C8B-B14F-4D97-AF65-F5344CB8AC3E}">
        <p14:creationId xmlns:p14="http://schemas.microsoft.com/office/powerpoint/2010/main" val="1317777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8" name="椭圆 7"/>
          <p:cNvSpPr/>
          <p:nvPr/>
        </p:nvSpPr>
        <p:spPr>
          <a:xfrm rot="11174285">
            <a:off x="2478134" y="365817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rot="11174285">
            <a:off x="3576303" y="3724763"/>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11174285">
            <a:off x="6996125" y="3868835"/>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rot="11174285">
            <a:off x="4720540" y="4975629"/>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rot="11174285">
            <a:off x="6246397" y="4832135"/>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rot="11174285">
            <a:off x="5600708" y="4332764"/>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a:stCxn id="8" idx="1"/>
            <a:endCxn id="32" idx="5"/>
          </p:cNvCxnSpPr>
          <p:nvPr/>
        </p:nvCxnSpPr>
        <p:spPr>
          <a:xfrm>
            <a:off x="2608921" y="3801326"/>
            <a:ext cx="937290" cy="121083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32" idx="4"/>
            <a:endCxn id="10" idx="0"/>
          </p:cNvCxnSpPr>
          <p:nvPr/>
        </p:nvCxnSpPr>
        <p:spPr>
          <a:xfrm flipV="1">
            <a:off x="3589079" y="3950281"/>
            <a:ext cx="88029" cy="10493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rot="11174285">
            <a:off x="3524396" y="4999310"/>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p:cNvCxnSpPr>
            <a:stCxn id="10" idx="3"/>
            <a:endCxn id="49" idx="1"/>
          </p:cNvCxnSpPr>
          <p:nvPr/>
        </p:nvCxnSpPr>
        <p:spPr>
          <a:xfrm flipV="1">
            <a:off x="3777583" y="3333827"/>
            <a:ext cx="1203378" cy="433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2" idx="3"/>
            <a:endCxn id="55" idx="7"/>
          </p:cNvCxnSpPr>
          <p:nvPr/>
        </p:nvCxnSpPr>
        <p:spPr>
          <a:xfrm flipV="1">
            <a:off x="4894907" y="4158047"/>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rot="11174285">
            <a:off x="4897735" y="3242736"/>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a:stCxn id="55" idx="2"/>
            <a:endCxn id="14" idx="6"/>
          </p:cNvCxnSpPr>
          <p:nvPr/>
        </p:nvCxnSpPr>
        <p:spPr>
          <a:xfrm>
            <a:off x="5165977" y="4118336"/>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11" idx="7"/>
            <a:endCxn id="14" idx="3"/>
          </p:cNvCxnSpPr>
          <p:nvPr/>
        </p:nvCxnSpPr>
        <p:spPr>
          <a:xfrm flipH="1">
            <a:off x="5743855" y="4065851"/>
            <a:ext cx="1278955" cy="296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rot="11174285">
            <a:off x="5012937" y="4033250"/>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a:endCxn id="55" idx="3"/>
          </p:cNvCxnSpPr>
          <p:nvPr/>
        </p:nvCxnSpPr>
        <p:spPr>
          <a:xfrm flipH="1">
            <a:off x="5149527" y="3295650"/>
            <a:ext cx="992492" cy="7662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1" idx="6"/>
          </p:cNvCxnSpPr>
          <p:nvPr/>
        </p:nvCxnSpPr>
        <p:spPr>
          <a:xfrm flipH="1" flipV="1">
            <a:off x="6252562" y="3320550"/>
            <a:ext cx="744280" cy="6562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椭圆 60"/>
          <p:cNvSpPr/>
          <p:nvPr/>
        </p:nvSpPr>
        <p:spPr>
          <a:xfrm rot="11174285">
            <a:off x="6104356" y="322320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a:stCxn id="11" idx="0"/>
            <a:endCxn id="13" idx="4"/>
          </p:cNvCxnSpPr>
          <p:nvPr/>
        </p:nvCxnSpPr>
        <p:spPr>
          <a:xfrm flipH="1">
            <a:off x="6371780" y="4110438"/>
            <a:ext cx="732340" cy="7223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4" idx="5"/>
            <a:endCxn id="96" idx="1"/>
          </p:cNvCxnSpPr>
          <p:nvPr/>
        </p:nvCxnSpPr>
        <p:spPr>
          <a:xfrm flipH="1" flipV="1">
            <a:off x="7719890" y="3032972"/>
            <a:ext cx="568233" cy="1395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2" idx="2"/>
            <a:endCxn id="12" idx="6"/>
          </p:cNvCxnSpPr>
          <p:nvPr/>
        </p:nvCxnSpPr>
        <p:spPr>
          <a:xfrm flipV="1">
            <a:off x="3640737" y="5062956"/>
            <a:ext cx="1080383" cy="10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rot="11174285">
            <a:off x="5772281" y="3879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rot="11174285">
            <a:off x="8260633" y="4412009"/>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rot="11174285">
            <a:off x="8774000" y="5220869"/>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rot="11174285">
            <a:off x="6149326" y="1752583"/>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rot="11174285">
            <a:off x="9219352" y="38562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a:stCxn id="14" idx="7"/>
            <a:endCxn id="12" idx="3"/>
          </p:cNvCxnSpPr>
          <p:nvPr/>
        </p:nvCxnSpPr>
        <p:spPr>
          <a:xfrm flipH="1">
            <a:off x="4894907" y="4463551"/>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49" idx="3"/>
            <a:endCxn id="61" idx="5"/>
          </p:cNvCxnSpPr>
          <p:nvPr/>
        </p:nvCxnSpPr>
        <p:spPr>
          <a:xfrm flipV="1">
            <a:off x="4988826" y="3247900"/>
            <a:ext cx="1157448" cy="139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49" idx="1"/>
            <a:endCxn id="55" idx="5"/>
          </p:cNvCxnSpPr>
          <p:nvPr/>
        </p:nvCxnSpPr>
        <p:spPr>
          <a:xfrm>
            <a:off x="4980961" y="3333827"/>
            <a:ext cx="60673" cy="7163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1" idx="3"/>
            <a:endCxn id="97" idx="7"/>
          </p:cNvCxnSpPr>
          <p:nvPr/>
        </p:nvCxnSpPr>
        <p:spPr>
          <a:xfrm flipV="1">
            <a:off x="6303874" y="2519859"/>
            <a:ext cx="540013" cy="7452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118" idx="1"/>
            <a:endCxn id="54" idx="4"/>
          </p:cNvCxnSpPr>
          <p:nvPr/>
        </p:nvCxnSpPr>
        <p:spPr>
          <a:xfrm flipH="1">
            <a:off x="8342141" y="2653249"/>
            <a:ext cx="309453" cy="1759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60" idx="0"/>
            <a:endCxn id="57" idx="4"/>
          </p:cNvCxnSpPr>
          <p:nvPr/>
        </p:nvCxnSpPr>
        <p:spPr>
          <a:xfrm flipH="1">
            <a:off x="8880406" y="4016625"/>
            <a:ext cx="410637" cy="12048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57" idx="7"/>
            <a:endCxn id="54" idx="2"/>
          </p:cNvCxnSpPr>
          <p:nvPr/>
        </p:nvCxnSpPr>
        <p:spPr>
          <a:xfrm flipH="1" flipV="1">
            <a:off x="8407236" y="4493517"/>
            <a:ext cx="387903" cy="883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2" name="椭圆 91"/>
          <p:cNvSpPr/>
          <p:nvPr/>
        </p:nvSpPr>
        <p:spPr>
          <a:xfrm rot="11174285">
            <a:off x="2738260" y="1951989"/>
            <a:ext cx="242906" cy="242906"/>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rot="11174285">
            <a:off x="3789202" y="1373314"/>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rot="11174285">
            <a:off x="7158527" y="908376"/>
            <a:ext cx="256794" cy="25679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rot="11174285">
            <a:off x="7537599" y="28334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rot="11174285">
            <a:off x="6818979" y="233595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rot="11174285">
            <a:off x="5547942" y="2519998"/>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rot="11174285">
            <a:off x="8015271" y="150806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a:stCxn id="92" idx="1"/>
            <a:endCxn id="112" idx="6"/>
          </p:cNvCxnSpPr>
          <p:nvPr/>
        </p:nvCxnSpPr>
        <p:spPr>
          <a:xfrm>
            <a:off x="2935753" y="2168145"/>
            <a:ext cx="653373" cy="589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94" idx="3"/>
            <a:endCxn id="107" idx="6"/>
          </p:cNvCxnSpPr>
          <p:nvPr/>
        </p:nvCxnSpPr>
        <p:spPr>
          <a:xfrm flipV="1">
            <a:off x="3990482" y="888102"/>
            <a:ext cx="725554" cy="5274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96" idx="5"/>
            <a:endCxn id="97" idx="1"/>
          </p:cNvCxnSpPr>
          <p:nvPr/>
        </p:nvCxnSpPr>
        <p:spPr>
          <a:xfrm flipH="1" flipV="1">
            <a:off x="7002880" y="2537238"/>
            <a:ext cx="576637" cy="3209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7" name="椭圆 106"/>
          <p:cNvSpPr/>
          <p:nvPr/>
        </p:nvSpPr>
        <p:spPr>
          <a:xfrm rot="11174285">
            <a:off x="4715733" y="842481"/>
            <a:ext cx="102364" cy="102364"/>
          </a:xfrm>
          <a:prstGeom prst="ellipse">
            <a:avLst/>
          </a:prstGeom>
          <a:solidFill>
            <a:srgbClr val="59595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直接连接符 107"/>
          <p:cNvCxnSpPr>
            <a:stCxn id="109" idx="2"/>
            <a:endCxn id="98" idx="5"/>
          </p:cNvCxnSpPr>
          <p:nvPr/>
        </p:nvCxnSpPr>
        <p:spPr>
          <a:xfrm>
            <a:off x="5232884" y="1999605"/>
            <a:ext cx="345133" cy="5381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9" name="椭圆 108"/>
          <p:cNvSpPr/>
          <p:nvPr/>
        </p:nvSpPr>
        <p:spPr>
          <a:xfrm rot="11174285">
            <a:off x="5079844" y="1914519"/>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 name="直接连接符 109"/>
          <p:cNvCxnSpPr>
            <a:stCxn id="46" idx="0"/>
            <a:endCxn id="109" idx="3"/>
          </p:cNvCxnSpPr>
          <p:nvPr/>
        </p:nvCxnSpPr>
        <p:spPr>
          <a:xfrm flipH="1">
            <a:off x="5216434" y="613459"/>
            <a:ext cx="656652" cy="13297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95" idx="6"/>
            <a:endCxn id="46" idx="2"/>
          </p:cNvCxnSpPr>
          <p:nvPr/>
        </p:nvCxnSpPr>
        <p:spPr>
          <a:xfrm flipH="1" flipV="1">
            <a:off x="5997799" y="513324"/>
            <a:ext cx="1161488" cy="509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2" name="椭圆 111"/>
          <p:cNvSpPr/>
          <p:nvPr/>
        </p:nvSpPr>
        <p:spPr>
          <a:xfrm rot="11174285">
            <a:off x="3588462" y="265750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 name="直接连接符 112"/>
          <p:cNvCxnSpPr>
            <a:stCxn id="95" idx="0"/>
            <a:endCxn id="97" idx="4"/>
          </p:cNvCxnSpPr>
          <p:nvPr/>
        </p:nvCxnSpPr>
        <p:spPr>
          <a:xfrm flipH="1">
            <a:off x="6944362" y="1164410"/>
            <a:ext cx="328610" cy="11722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99" idx="4"/>
            <a:endCxn id="95" idx="2"/>
          </p:cNvCxnSpPr>
          <p:nvPr/>
        </p:nvCxnSpPr>
        <p:spPr>
          <a:xfrm flipH="1" flipV="1">
            <a:off x="7414561" y="1050725"/>
            <a:ext cx="726093" cy="458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92" idx="4"/>
            <a:endCxn id="94" idx="7"/>
          </p:cNvCxnSpPr>
          <p:nvPr/>
        </p:nvCxnSpPr>
        <p:spPr>
          <a:xfrm flipV="1">
            <a:off x="2872910" y="1557215"/>
            <a:ext cx="941200" cy="3954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p:cNvSpPr/>
          <p:nvPr/>
        </p:nvSpPr>
        <p:spPr>
          <a:xfrm rot="11174285">
            <a:off x="3884421" y="600253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rot="11174285">
            <a:off x="8532046" y="2522403"/>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rot="11174285">
            <a:off x="7357670" y="602477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rot="11174285">
            <a:off x="9156635" y="1770386"/>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 name="直接连接符 121"/>
          <p:cNvCxnSpPr>
            <a:stCxn id="98" idx="2"/>
            <a:endCxn id="61" idx="4"/>
          </p:cNvCxnSpPr>
          <p:nvPr/>
        </p:nvCxnSpPr>
        <p:spPr>
          <a:xfrm>
            <a:off x="5708328" y="2609169"/>
            <a:ext cx="520313" cy="61470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46" idx="6"/>
            <a:endCxn id="107" idx="3"/>
          </p:cNvCxnSpPr>
          <p:nvPr/>
        </p:nvCxnSpPr>
        <p:spPr>
          <a:xfrm flipH="1">
            <a:off x="4806824" y="488746"/>
            <a:ext cx="966127" cy="3728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07" idx="1"/>
            <a:endCxn id="109" idx="5"/>
          </p:cNvCxnSpPr>
          <p:nvPr/>
        </p:nvCxnSpPr>
        <p:spPr>
          <a:xfrm>
            <a:off x="4798959" y="933572"/>
            <a:ext cx="309582" cy="9978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99" idx="3"/>
            <a:endCxn id="121" idx="5"/>
          </p:cNvCxnSpPr>
          <p:nvPr/>
        </p:nvCxnSpPr>
        <p:spPr>
          <a:xfrm>
            <a:off x="8216551" y="1550355"/>
            <a:ext cx="970159" cy="237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18" idx="3"/>
            <a:endCxn id="121" idx="7"/>
          </p:cNvCxnSpPr>
          <p:nvPr/>
        </p:nvCxnSpPr>
        <p:spPr>
          <a:xfrm flipV="1">
            <a:off x="8662892" y="1901173"/>
            <a:ext cx="511458" cy="6487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99" idx="0"/>
            <a:endCxn id="118" idx="4"/>
          </p:cNvCxnSpPr>
          <p:nvPr/>
        </p:nvCxnSpPr>
        <p:spPr>
          <a:xfrm>
            <a:off x="8116076" y="1733586"/>
            <a:ext cx="497478" cy="7892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60" idx="7"/>
            <a:endCxn id="54" idx="3"/>
          </p:cNvCxnSpPr>
          <p:nvPr/>
        </p:nvCxnSpPr>
        <p:spPr>
          <a:xfrm flipH="1">
            <a:off x="8391479" y="3987026"/>
            <a:ext cx="845588" cy="4524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p:cNvSpPr/>
          <p:nvPr/>
        </p:nvSpPr>
        <p:spPr>
          <a:xfrm rot="11174285">
            <a:off x="5576810" y="59902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nvSpPr>
        <p:spPr>
          <a:xfrm rot="11174285">
            <a:off x="7638830" y="5291897"/>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p:cNvCxnSpPr>
            <a:stCxn id="116" idx="2"/>
            <a:endCxn id="175" idx="6"/>
          </p:cNvCxnSpPr>
          <p:nvPr/>
        </p:nvCxnSpPr>
        <p:spPr>
          <a:xfrm flipV="1">
            <a:off x="4109939" y="6090177"/>
            <a:ext cx="1467535" cy="377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116" idx="4"/>
            <a:endCxn id="12" idx="7"/>
          </p:cNvCxnSpPr>
          <p:nvPr/>
        </p:nvCxnSpPr>
        <p:spPr>
          <a:xfrm flipV="1">
            <a:off x="4009804" y="5134941"/>
            <a:ext cx="732315" cy="868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a:stCxn id="116" idx="5"/>
            <a:endCxn id="32" idx="1"/>
          </p:cNvCxnSpPr>
          <p:nvPr/>
        </p:nvCxnSpPr>
        <p:spPr>
          <a:xfrm flipH="1" flipV="1">
            <a:off x="3619267" y="5103147"/>
            <a:ext cx="307441" cy="9242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a:stCxn id="11" idx="1"/>
            <a:endCxn id="176" idx="4"/>
          </p:cNvCxnSpPr>
          <p:nvPr/>
        </p:nvCxnSpPr>
        <p:spPr>
          <a:xfrm>
            <a:off x="7193141" y="4084470"/>
            <a:ext cx="534860" cy="12079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a:stCxn id="11" idx="2"/>
            <a:endCxn id="54" idx="6"/>
          </p:cNvCxnSpPr>
          <p:nvPr/>
        </p:nvCxnSpPr>
        <p:spPr>
          <a:xfrm>
            <a:off x="7237728" y="4003160"/>
            <a:ext cx="1023340" cy="47437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stCxn id="54" idx="7"/>
            <a:endCxn id="176" idx="3"/>
          </p:cNvCxnSpPr>
          <p:nvPr/>
        </p:nvCxnSpPr>
        <p:spPr>
          <a:xfrm flipH="1">
            <a:off x="7781977" y="4531557"/>
            <a:ext cx="494848" cy="7904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a:stCxn id="57" idx="7"/>
            <a:endCxn id="176" idx="2"/>
          </p:cNvCxnSpPr>
          <p:nvPr/>
        </p:nvCxnSpPr>
        <p:spPr>
          <a:xfrm flipH="1">
            <a:off x="7799216" y="5376936"/>
            <a:ext cx="995923" cy="4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a:stCxn id="120" idx="4"/>
            <a:endCxn id="176" idx="1"/>
          </p:cNvCxnSpPr>
          <p:nvPr/>
        </p:nvCxnSpPr>
        <p:spPr>
          <a:xfrm flipV="1">
            <a:off x="7481955" y="5435044"/>
            <a:ext cx="287662" cy="590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a:stCxn id="14" idx="1"/>
            <a:endCxn id="13" idx="5"/>
          </p:cNvCxnSpPr>
          <p:nvPr/>
        </p:nvCxnSpPr>
        <p:spPr>
          <a:xfrm>
            <a:off x="5731495" y="4475911"/>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a:stCxn id="12" idx="2"/>
            <a:endCxn id="13" idx="6"/>
          </p:cNvCxnSpPr>
          <p:nvPr/>
        </p:nvCxnSpPr>
        <p:spPr>
          <a:xfrm flipV="1">
            <a:off x="4915906" y="4932940"/>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a:stCxn id="362" idx="4"/>
            <a:endCxn id="13" idx="0"/>
          </p:cNvCxnSpPr>
          <p:nvPr/>
        </p:nvCxnSpPr>
        <p:spPr>
          <a:xfrm flipH="1" flipV="1">
            <a:off x="6347202" y="5057653"/>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a:stCxn id="362" idx="2"/>
            <a:endCxn id="176" idx="7"/>
          </p:cNvCxnSpPr>
          <p:nvPr/>
        </p:nvCxnSpPr>
        <p:spPr>
          <a:xfrm flipV="1">
            <a:off x="6643971" y="5422684"/>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a:stCxn id="13" idx="1"/>
            <a:endCxn id="176" idx="6"/>
          </p:cNvCxnSpPr>
          <p:nvPr/>
        </p:nvCxnSpPr>
        <p:spPr>
          <a:xfrm>
            <a:off x="6430298" y="5033415"/>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a:stCxn id="175" idx="6"/>
            <a:endCxn id="12" idx="1"/>
          </p:cNvCxnSpPr>
          <p:nvPr/>
        </p:nvCxnSpPr>
        <p:spPr>
          <a:xfrm flipH="1" flipV="1">
            <a:off x="4879852" y="5149996"/>
            <a:ext cx="697622" cy="9401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a:stCxn id="10" idx="2"/>
            <a:endCxn id="55" idx="6"/>
          </p:cNvCxnSpPr>
          <p:nvPr/>
        </p:nvCxnSpPr>
        <p:spPr>
          <a:xfrm>
            <a:off x="3801821" y="3850146"/>
            <a:ext cx="1211570" cy="2515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a:stCxn id="8" idx="3"/>
            <a:endCxn id="10" idx="6"/>
          </p:cNvCxnSpPr>
          <p:nvPr/>
        </p:nvCxnSpPr>
        <p:spPr>
          <a:xfrm>
            <a:off x="2621281" y="3688254"/>
            <a:ext cx="955692" cy="1373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a:stCxn id="112" idx="0"/>
            <a:endCxn id="10" idx="4"/>
          </p:cNvCxnSpPr>
          <p:nvPr/>
        </p:nvCxnSpPr>
        <p:spPr>
          <a:xfrm>
            <a:off x="3688385" y="2881053"/>
            <a:ext cx="13301" cy="8443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stCxn id="112" idx="1"/>
            <a:endCxn id="49" idx="5"/>
          </p:cNvCxnSpPr>
          <p:nvPr/>
        </p:nvCxnSpPr>
        <p:spPr>
          <a:xfrm>
            <a:off x="3770753" y="2857026"/>
            <a:ext cx="1146120" cy="3969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a:stCxn id="94" idx="1"/>
            <a:endCxn id="112" idx="4"/>
          </p:cNvCxnSpPr>
          <p:nvPr/>
        </p:nvCxnSpPr>
        <p:spPr>
          <a:xfrm flipH="1">
            <a:off x="3712747" y="1574594"/>
            <a:ext cx="260356" cy="10835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直接连接符 288"/>
          <p:cNvCxnSpPr>
            <a:stCxn id="94" idx="1"/>
            <a:endCxn id="109" idx="0"/>
          </p:cNvCxnSpPr>
          <p:nvPr/>
        </p:nvCxnSpPr>
        <p:spPr>
          <a:xfrm>
            <a:off x="3973103" y="1574594"/>
            <a:ext cx="1175149" cy="492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8" idx="3"/>
            <a:endCxn id="112" idx="6"/>
          </p:cNvCxnSpPr>
          <p:nvPr/>
        </p:nvCxnSpPr>
        <p:spPr>
          <a:xfrm flipV="1">
            <a:off x="2621281" y="2757431"/>
            <a:ext cx="967845" cy="9308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112" idx="2"/>
            <a:endCxn id="109" idx="0"/>
          </p:cNvCxnSpPr>
          <p:nvPr/>
        </p:nvCxnSpPr>
        <p:spPr>
          <a:xfrm flipV="1">
            <a:off x="3812007" y="2067559"/>
            <a:ext cx="1336245" cy="7142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112" idx="2"/>
            <a:endCxn id="98" idx="7"/>
          </p:cNvCxnSpPr>
          <p:nvPr/>
        </p:nvCxnSpPr>
        <p:spPr>
          <a:xfrm flipV="1">
            <a:off x="3812007" y="2650785"/>
            <a:ext cx="1753650" cy="1310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49" idx="3"/>
            <a:endCxn id="98" idx="0"/>
          </p:cNvCxnSpPr>
          <p:nvPr/>
        </p:nvCxnSpPr>
        <p:spPr>
          <a:xfrm flipV="1">
            <a:off x="4988826" y="2680384"/>
            <a:ext cx="630807" cy="5814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95" idx="7"/>
            <a:endCxn id="59" idx="3"/>
          </p:cNvCxnSpPr>
          <p:nvPr/>
        </p:nvCxnSpPr>
        <p:spPr>
          <a:xfrm flipH="1">
            <a:off x="6348844" y="1117160"/>
            <a:ext cx="837962" cy="6773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直接连接符 309"/>
          <p:cNvCxnSpPr>
            <a:stCxn id="46" idx="1"/>
            <a:endCxn id="59" idx="5"/>
          </p:cNvCxnSpPr>
          <p:nvPr/>
        </p:nvCxnSpPr>
        <p:spPr>
          <a:xfrm>
            <a:off x="5956182" y="589221"/>
            <a:ext cx="235062" cy="11880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109" idx="2"/>
            <a:endCxn id="59" idx="7"/>
          </p:cNvCxnSpPr>
          <p:nvPr/>
        </p:nvCxnSpPr>
        <p:spPr>
          <a:xfrm flipV="1">
            <a:off x="5232884" y="1934874"/>
            <a:ext cx="941133" cy="6473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6" name="直接连接符 315"/>
          <p:cNvCxnSpPr>
            <a:stCxn id="98" idx="2"/>
            <a:endCxn id="97" idx="6"/>
          </p:cNvCxnSpPr>
          <p:nvPr/>
        </p:nvCxnSpPr>
        <p:spPr>
          <a:xfrm flipV="1">
            <a:off x="5708328" y="2436763"/>
            <a:ext cx="1111321" cy="1724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8" name="直接连接符 317"/>
          <p:cNvCxnSpPr>
            <a:stCxn id="98" idx="3"/>
            <a:endCxn id="59" idx="0"/>
          </p:cNvCxnSpPr>
          <p:nvPr/>
        </p:nvCxnSpPr>
        <p:spPr>
          <a:xfrm flipV="1">
            <a:off x="5691089" y="1976128"/>
            <a:ext cx="558160" cy="5739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1" name="直接连接符 320"/>
          <p:cNvCxnSpPr>
            <a:stCxn id="97" idx="5"/>
            <a:endCxn id="59" idx="1"/>
          </p:cNvCxnSpPr>
          <p:nvPr/>
        </p:nvCxnSpPr>
        <p:spPr>
          <a:xfrm flipH="1" flipV="1">
            <a:off x="6331617" y="1952101"/>
            <a:ext cx="529649" cy="4087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4" name="直接连接符 323"/>
          <p:cNvCxnSpPr>
            <a:stCxn id="99" idx="7"/>
            <a:endCxn id="97" idx="3"/>
          </p:cNvCxnSpPr>
          <p:nvPr/>
        </p:nvCxnSpPr>
        <p:spPr>
          <a:xfrm flipH="1">
            <a:off x="7020259" y="1691969"/>
            <a:ext cx="1019920" cy="6862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a:stCxn id="118" idx="6"/>
            <a:endCxn id="96" idx="3"/>
          </p:cNvCxnSpPr>
          <p:nvPr/>
        </p:nvCxnSpPr>
        <p:spPr>
          <a:xfrm flipH="1">
            <a:off x="7737117" y="2587933"/>
            <a:ext cx="795364" cy="2874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直接连接符 329"/>
          <p:cNvCxnSpPr>
            <a:stCxn id="99" idx="0"/>
            <a:endCxn id="96" idx="4"/>
          </p:cNvCxnSpPr>
          <p:nvPr/>
        </p:nvCxnSpPr>
        <p:spPr>
          <a:xfrm flipH="1">
            <a:off x="7661884" y="1733586"/>
            <a:ext cx="454192" cy="11005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p:cNvCxnSpPr>
            <a:endCxn id="11" idx="4"/>
          </p:cNvCxnSpPr>
          <p:nvPr/>
        </p:nvCxnSpPr>
        <p:spPr>
          <a:xfrm flipH="1">
            <a:off x="7130450" y="3027127"/>
            <a:ext cx="461520" cy="8424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直接连接符 339"/>
          <p:cNvCxnSpPr>
            <a:stCxn id="61" idx="2"/>
            <a:endCxn id="96" idx="6"/>
          </p:cNvCxnSpPr>
          <p:nvPr/>
        </p:nvCxnSpPr>
        <p:spPr>
          <a:xfrm flipV="1">
            <a:off x="6327901" y="2933377"/>
            <a:ext cx="1210362" cy="414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p:cNvSpPr/>
          <p:nvPr/>
        </p:nvSpPr>
        <p:spPr>
          <a:xfrm rot="11174285">
            <a:off x="6541910" y="5663467"/>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p:cNvCxnSpPr>
            <a:stCxn id="175" idx="4"/>
            <a:endCxn id="13" idx="7"/>
          </p:cNvCxnSpPr>
          <p:nvPr/>
        </p:nvCxnSpPr>
        <p:spPr>
          <a:xfrm flipV="1">
            <a:off x="5701095" y="5016036"/>
            <a:ext cx="570210" cy="974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p:cNvCxnSpPr>
            <a:stCxn id="175" idx="2"/>
            <a:endCxn id="362" idx="0"/>
          </p:cNvCxnSpPr>
          <p:nvPr/>
        </p:nvCxnSpPr>
        <p:spPr>
          <a:xfrm flipV="1">
            <a:off x="5800355" y="5765528"/>
            <a:ext cx="787176" cy="349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p:cNvCxnSpPr>
            <a:stCxn id="362" idx="1"/>
            <a:endCxn id="120" idx="6"/>
          </p:cNvCxnSpPr>
          <p:nvPr/>
        </p:nvCxnSpPr>
        <p:spPr>
          <a:xfrm>
            <a:off x="6625136" y="5754558"/>
            <a:ext cx="733198" cy="3701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p:cNvCxnSpPr>
            <a:stCxn id="55" idx="6"/>
            <a:endCxn id="32" idx="2"/>
          </p:cNvCxnSpPr>
          <p:nvPr/>
        </p:nvCxnSpPr>
        <p:spPr>
          <a:xfrm flipH="1">
            <a:off x="3640737" y="4101658"/>
            <a:ext cx="1372654" cy="962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1" name="直接连接符 620"/>
          <p:cNvCxnSpPr>
            <a:stCxn id="118" idx="2"/>
            <a:endCxn id="60" idx="5"/>
          </p:cNvCxnSpPr>
          <p:nvPr/>
        </p:nvCxnSpPr>
        <p:spPr>
          <a:xfrm>
            <a:off x="8678649" y="2603911"/>
            <a:ext cx="570778" cy="12700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1" name="椭圆 670"/>
          <p:cNvSpPr/>
          <p:nvPr/>
        </p:nvSpPr>
        <p:spPr>
          <a:xfrm>
            <a:off x="4780844" y="2224637"/>
            <a:ext cx="2630311" cy="2630311"/>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0">
                <a:latin typeface="24 LED" panose="020B0603050302020204" pitchFamily="34" charset="0"/>
              </a:rPr>
              <a:t>3</a:t>
            </a:r>
            <a:endParaRPr lang="zh-CN" altLang="en-US" sz="12000">
              <a:latin typeface="24 LED" panose="020B0603050302020204" pitchFamily="34" charset="0"/>
            </a:endParaRPr>
          </a:p>
        </p:txBody>
      </p:sp>
    </p:spTree>
    <p:extLst>
      <p:ext uri="{BB962C8B-B14F-4D97-AF65-F5344CB8AC3E}">
        <p14:creationId xmlns:p14="http://schemas.microsoft.com/office/powerpoint/2010/main" val="1392364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71505-84CF-3B49-F27B-C6CF66223103}"/>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D5607B6E-C80C-D179-2E13-A6F6E32FD2BF}"/>
              </a:ext>
            </a:extLst>
          </p:cNvPr>
          <p:cNvSpPr/>
          <p:nvPr/>
        </p:nvSpPr>
        <p:spPr>
          <a:xfrm rot="11174285">
            <a:off x="-3662632" y="109475"/>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7C91EBE9-35AA-B3F1-1E4E-D0CD43259008}"/>
              </a:ext>
            </a:extLst>
          </p:cNvPr>
          <p:cNvSpPr/>
          <p:nvPr/>
        </p:nvSpPr>
        <p:spPr>
          <a:xfrm rot="11174285">
            <a:off x="-2096440" y="-292362"/>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ABC27892-F47D-7DC7-1594-1446AC03FCB1}"/>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E5C04086-C6CF-6BB5-FFE1-E825AC094D9A}"/>
              </a:ext>
            </a:extLst>
          </p:cNvPr>
          <p:cNvSpPr/>
          <p:nvPr/>
        </p:nvSpPr>
        <p:spPr>
          <a:xfrm rot="11174285">
            <a:off x="-952203" y="958504"/>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5AF3012C-3525-B750-0E0B-70D447C0B2A2}"/>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A5609978-5CA5-5442-91AC-F6418B048A0A}"/>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5A2E9A81-5B53-F98A-435D-9F9220FE87DB}"/>
              </a:ext>
            </a:extLst>
          </p:cNvPr>
          <p:cNvCxnSpPr>
            <a:stCxn id="8" idx="1"/>
            <a:endCxn id="32" idx="5"/>
          </p:cNvCxnSpPr>
          <p:nvPr/>
        </p:nvCxnSpPr>
        <p:spPr>
          <a:xfrm>
            <a:off x="-3531845" y="252622"/>
            <a:ext cx="891498" cy="8862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0270ABE-67FA-60A5-D90E-6150A7C1319E}"/>
              </a:ext>
            </a:extLst>
          </p:cNvPr>
          <p:cNvCxnSpPr>
            <a:stCxn id="32" idx="4"/>
            <a:endCxn id="10" idx="0"/>
          </p:cNvCxnSpPr>
          <p:nvPr/>
        </p:nvCxnSpPr>
        <p:spPr>
          <a:xfrm flipV="1">
            <a:off x="-2597479" y="-66844"/>
            <a:ext cx="601844" cy="1193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2071B59E-A8E0-DB4B-F350-7197AAE8ADE4}"/>
              </a:ext>
            </a:extLst>
          </p:cNvPr>
          <p:cNvSpPr/>
          <p:nvPr/>
        </p:nvSpPr>
        <p:spPr>
          <a:xfrm rot="11174285">
            <a:off x="-2662162" y="112606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a:extLst>
              <a:ext uri="{FF2B5EF4-FFF2-40B4-BE49-F238E27FC236}">
                <a16:creationId xmlns:a16="http://schemas.microsoft.com/office/drawing/2014/main" id="{A021525B-3629-8AA2-7E87-269F82149C79}"/>
              </a:ext>
            </a:extLst>
          </p:cNvPr>
          <p:cNvCxnSpPr>
            <a:stCxn id="10" idx="3"/>
          </p:cNvCxnSpPr>
          <p:nvPr/>
        </p:nvCxnSpPr>
        <p:spPr>
          <a:xfrm flipV="1">
            <a:off x="-1895160" y="-683298"/>
            <a:ext cx="1203378" cy="433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18F3FE1-3BC8-84B6-1EA0-47015440E43E}"/>
              </a:ext>
            </a:extLst>
          </p:cNvPr>
          <p:cNvCxnSpPr>
            <a:stCxn id="12" idx="3"/>
            <a:endCxn id="55" idx="7"/>
          </p:cNvCxnSpPr>
          <p:nvPr/>
        </p:nvCxnSpPr>
        <p:spPr>
          <a:xfrm flipV="1">
            <a:off x="-777836" y="140922"/>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7501CA3E-3957-B2CE-1CDB-EDD851304C9F}"/>
              </a:ext>
            </a:extLst>
          </p:cNvPr>
          <p:cNvCxnSpPr>
            <a:stCxn id="55" idx="2"/>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FC7AA22-DC4F-B6CD-4DC1-D3D7569BF75B}"/>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587963D6-1F29-FE0B-024D-1E6917D35A5C}"/>
              </a:ext>
            </a:extLst>
          </p:cNvPr>
          <p:cNvSpPr/>
          <p:nvPr/>
        </p:nvSpPr>
        <p:spPr>
          <a:xfrm rot="11174285">
            <a:off x="-659806" y="16125"/>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98AC880F-B1E1-9109-B7E8-A3D4391247AD}"/>
              </a:ext>
            </a:extLst>
          </p:cNvPr>
          <p:cNvCxnSpPr>
            <a:stCxn id="11" idx="6"/>
            <a:endCxn id="348" idx="2"/>
          </p:cNvCxnSpPr>
          <p:nvPr/>
        </p:nvCxnSpPr>
        <p:spPr>
          <a:xfrm flipH="1" flipV="1">
            <a:off x="-562327" y="-700165"/>
            <a:ext cx="1919399" cy="8219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76381443-6934-14AF-E3B4-45FCAB67BE77}"/>
              </a:ext>
            </a:extLst>
          </p:cNvPr>
          <p:cNvCxnSpPr>
            <a:stCxn id="14" idx="4"/>
            <a:endCxn id="348" idx="1"/>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6DC8776-AE49-8616-F600-31E184AE1680}"/>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49234C0-50E8-A614-C7AF-ED2BF5D07B2C}"/>
              </a:ext>
            </a:extLst>
          </p:cNvPr>
          <p:cNvCxnSpPr>
            <a:stCxn id="54" idx="5"/>
            <a:endCxn id="496" idx="0"/>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08783711-DE66-5C57-74F2-8D00C7EEDD1C}"/>
              </a:ext>
            </a:extLst>
          </p:cNvPr>
          <p:cNvCxnSpPr>
            <a:stCxn id="32" idx="2"/>
            <a:endCxn id="12" idx="6"/>
          </p:cNvCxnSpPr>
          <p:nvPr/>
        </p:nvCxnSpPr>
        <p:spPr>
          <a:xfrm flipV="1">
            <a:off x="-2545821" y="1045831"/>
            <a:ext cx="1594198" cy="1449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56C6AF47-4E86-AC03-213A-8CFEFC4A346C}"/>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531F265F-12E9-13DE-0BEE-2C3CA1530E6A}"/>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0C23CCA3-545D-1D71-E0E4-9B3D580FBD80}"/>
              </a:ext>
            </a:extLst>
          </p:cNvPr>
          <p:cNvSpPr/>
          <p:nvPr/>
        </p:nvSpPr>
        <p:spPr>
          <a:xfrm rot="11174285">
            <a:off x="3968725" y="-88231"/>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A6EAB31C-1588-597B-F8F6-D2E6FA016F2B}"/>
              </a:ext>
            </a:extLst>
          </p:cNvPr>
          <p:cNvCxnSpPr>
            <a:stCxn id="14" idx="7"/>
            <a:endCxn id="12" idx="3"/>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2C6321B4-C4F1-4A93-2D02-6BB2474C2107}"/>
              </a:ext>
            </a:extLst>
          </p:cNvPr>
          <p:cNvCxnSpPr>
            <a:endCxn id="55" idx="5"/>
          </p:cNvCxnSpPr>
          <p:nvPr/>
        </p:nvCxnSpPr>
        <p:spPr>
          <a:xfrm>
            <a:off x="-691782" y="-683298"/>
            <a:ext cx="60673" cy="7163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A98950B-8FD8-7078-26F8-B24BB2CDC975}"/>
              </a:ext>
            </a:extLst>
          </p:cNvPr>
          <p:cNvCxnSpPr>
            <a:stCxn id="60" idx="6"/>
            <a:endCxn id="496" idx="2"/>
          </p:cNvCxnSpPr>
          <p:nvPr/>
        </p:nvCxnSpPr>
        <p:spPr>
          <a:xfrm flipH="1" flipV="1">
            <a:off x="2740111" y="-646750"/>
            <a:ext cx="1229090" cy="6302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9AA73FDF-FAF9-28FF-72CB-FD0DABBB49D8}"/>
              </a:ext>
            </a:extLst>
          </p:cNvPr>
          <p:cNvCxnSpPr>
            <a:stCxn id="60" idx="0"/>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8CA3E58-2B14-A708-B1E1-EE04798E04C3}"/>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A6C374A1-AE90-C5B5-909E-731414289D57}"/>
              </a:ext>
            </a:extLst>
          </p:cNvPr>
          <p:cNvSpPr/>
          <p:nvPr/>
        </p:nvSpPr>
        <p:spPr>
          <a:xfrm rot="11174285">
            <a:off x="-2347993" y="21758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9923FD29-F09D-5A6C-4869-068A92F58FD3}"/>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B5789ED7-608F-1B7C-607F-9B8F409B5656}"/>
              </a:ext>
            </a:extLst>
          </p:cNvPr>
          <p:cNvSpPr/>
          <p:nvPr/>
        </p:nvSpPr>
        <p:spPr>
          <a:xfrm rot="11174285">
            <a:off x="4097295" y="-308011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1C9B8F66-9BF8-3833-F560-D131F5A1FDF6}"/>
              </a:ext>
            </a:extLst>
          </p:cNvPr>
          <p:cNvCxnSpPr>
            <a:stCxn id="60" idx="7"/>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0F37B049-A455-B3CE-9894-5E91207929AD}"/>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20FC065A-54FE-D4B0-2071-03929996E465}"/>
              </a:ext>
            </a:extLst>
          </p:cNvPr>
          <p:cNvCxnSpPr>
            <a:stCxn id="116" idx="2"/>
            <a:endCxn id="175" idx="6"/>
          </p:cNvCxnSpPr>
          <p:nvPr/>
        </p:nvCxnSpPr>
        <p:spPr>
          <a:xfrm flipV="1">
            <a:off x="-2122475" y="2104590"/>
            <a:ext cx="1892708" cy="196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C2D42346-7180-DB53-336E-5E299C470E41}"/>
              </a:ext>
            </a:extLst>
          </p:cNvPr>
          <p:cNvCxnSpPr>
            <a:stCxn id="116" idx="4"/>
            <a:endCxn id="12" idx="7"/>
          </p:cNvCxnSpPr>
          <p:nvPr/>
        </p:nvCxnSpPr>
        <p:spPr>
          <a:xfrm flipV="1">
            <a:off x="-2222610" y="1117816"/>
            <a:ext cx="1291986" cy="1058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610322FF-34A2-3529-A4FD-6F3EB2F4B719}"/>
              </a:ext>
            </a:extLst>
          </p:cNvPr>
          <p:cNvCxnSpPr>
            <a:stCxn id="116" idx="5"/>
            <a:endCxn id="32" idx="1"/>
          </p:cNvCxnSpPr>
          <p:nvPr/>
        </p:nvCxnSpPr>
        <p:spPr>
          <a:xfrm flipH="1" flipV="1">
            <a:off x="-2567291" y="1229902"/>
            <a:ext cx="261585" cy="9708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3FCE2B9A-9C64-33AE-346F-87DB9AC3BBA3}"/>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31D7F835-D474-4533-1A3E-AC6E26169AE8}"/>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5C21B586-825D-5558-D722-F963A3DA0AFD}"/>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21F1D11B-838D-CF1D-5E17-7BDB13278FE9}"/>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06A95DD9-9877-5598-3DC7-25A1C03A50A1}"/>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DD1A6B58-D360-BA80-FD89-EDAA14D809B8}"/>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3BA3C7C6-7FCB-6007-F40C-37656E3EBA48}"/>
              </a:ext>
            </a:extLst>
          </p:cNvPr>
          <p:cNvCxnSpPr>
            <a:stCxn id="12" idx="2"/>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AD08CF50-4488-0532-23F8-00E1D2287D8B}"/>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DEFCA268-AB46-9E73-D3AD-633405988D6A}"/>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EDE655FD-F432-F816-3195-BD4264405954}"/>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1731C5C5-02A0-5418-C02E-660B62C3C30F}"/>
              </a:ext>
            </a:extLst>
          </p:cNvPr>
          <p:cNvCxnSpPr>
            <a:stCxn id="175" idx="6"/>
            <a:endCxn id="12" idx="1"/>
          </p:cNvCxnSpPr>
          <p:nvPr/>
        </p:nvCxnSpPr>
        <p:spPr>
          <a:xfrm flipH="1" flipV="1">
            <a:off x="-792891" y="1132871"/>
            <a:ext cx="563124" cy="9717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a:extLst>
              <a:ext uri="{FF2B5EF4-FFF2-40B4-BE49-F238E27FC236}">
                <a16:creationId xmlns:a16="http://schemas.microsoft.com/office/drawing/2014/main" id="{02467DDC-8217-9820-973D-32438D07D521}"/>
              </a:ext>
            </a:extLst>
          </p:cNvPr>
          <p:cNvCxnSpPr>
            <a:stCxn id="10" idx="2"/>
            <a:endCxn id="55" idx="6"/>
          </p:cNvCxnSpPr>
          <p:nvPr/>
        </p:nvCxnSpPr>
        <p:spPr>
          <a:xfrm>
            <a:off x="-1870922" y="-166979"/>
            <a:ext cx="1211570" cy="2515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E5338851-BB61-3617-3009-7E2BA7F3635E}"/>
              </a:ext>
            </a:extLst>
          </p:cNvPr>
          <p:cNvCxnSpPr>
            <a:stCxn id="8" idx="3"/>
            <a:endCxn id="10" idx="6"/>
          </p:cNvCxnSpPr>
          <p:nvPr/>
        </p:nvCxnSpPr>
        <p:spPr>
          <a:xfrm flipV="1">
            <a:off x="-3519485" y="-191557"/>
            <a:ext cx="1423715" cy="3311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a:extLst>
              <a:ext uri="{FF2B5EF4-FFF2-40B4-BE49-F238E27FC236}">
                <a16:creationId xmlns:a16="http://schemas.microsoft.com/office/drawing/2014/main" id="{E4C04A79-7C5E-1650-9500-D1BFB8D61BA6}"/>
              </a:ext>
            </a:extLst>
          </p:cNvPr>
          <p:cNvCxnSpPr>
            <a:stCxn id="329" idx="1"/>
            <a:endCxn id="10" idx="4"/>
          </p:cNvCxnSpPr>
          <p:nvPr/>
        </p:nvCxnSpPr>
        <p:spPr>
          <a:xfrm>
            <a:off x="-2715881" y="-1479008"/>
            <a:ext cx="744824" cy="11873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11FE96A5-0655-C3FB-844B-1A182FC1BAC0}"/>
              </a:ext>
            </a:extLst>
          </p:cNvPr>
          <p:cNvCxnSpPr>
            <a:stCxn id="8" idx="3"/>
            <a:endCxn id="329" idx="0"/>
          </p:cNvCxnSpPr>
          <p:nvPr/>
        </p:nvCxnSpPr>
        <p:spPr>
          <a:xfrm flipV="1">
            <a:off x="-3519485" y="-1466504"/>
            <a:ext cx="760736" cy="1606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a:extLst>
              <a:ext uri="{FF2B5EF4-FFF2-40B4-BE49-F238E27FC236}">
                <a16:creationId xmlns:a16="http://schemas.microsoft.com/office/drawing/2014/main" id="{2B319291-CBD9-BF2E-D590-58E92227CD8C}"/>
              </a:ext>
            </a:extLst>
          </p:cNvPr>
          <p:cNvCxnSpPr>
            <a:stCxn id="496" idx="6"/>
            <a:endCxn id="11" idx="4"/>
          </p:cNvCxnSpPr>
          <p:nvPr/>
        </p:nvCxnSpPr>
        <p:spPr>
          <a:xfrm flipH="1">
            <a:off x="1490680" y="-664230"/>
            <a:ext cx="1089521" cy="6787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4B8A4D8C-5030-594B-6659-37278EAFAEA1}"/>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55EAE2FD-0ABD-354C-A2B0-30D216BB0E64}"/>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A83EDA88-AF04-5256-CE8E-6DAFB6FCCD9B}"/>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FCEAA029-52F3-8040-E522-6327DD693215}"/>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7B9CC203-E200-DA30-2294-3E9960D8A24B}"/>
              </a:ext>
            </a:extLst>
          </p:cNvPr>
          <p:cNvCxnSpPr>
            <a:stCxn id="55" idx="6"/>
            <a:endCxn id="32" idx="2"/>
          </p:cNvCxnSpPr>
          <p:nvPr/>
        </p:nvCxnSpPr>
        <p:spPr>
          <a:xfrm flipH="1">
            <a:off x="-2545821" y="84533"/>
            <a:ext cx="1886469" cy="1106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1" name="直接连接符 620">
            <a:extLst>
              <a:ext uri="{FF2B5EF4-FFF2-40B4-BE49-F238E27FC236}">
                <a16:creationId xmlns:a16="http://schemas.microsoft.com/office/drawing/2014/main" id="{ED6CE2A0-E253-0EBD-9437-24CCBB7C1D4A}"/>
              </a:ext>
            </a:extLst>
          </p:cNvPr>
          <p:cNvCxnSpPr>
            <a:stCxn id="322" idx="0"/>
            <a:endCxn id="496" idx="3"/>
          </p:cNvCxnSpPr>
          <p:nvPr/>
        </p:nvCxnSpPr>
        <p:spPr>
          <a:xfrm>
            <a:off x="2680254" y="-2043461"/>
            <a:ext cx="42618" cy="13376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378F4B27-3D83-BF62-3AAD-D29EE66FDEE5}"/>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a:extLst>
              <a:ext uri="{FF2B5EF4-FFF2-40B4-BE49-F238E27FC236}">
                <a16:creationId xmlns:a16="http://schemas.microsoft.com/office/drawing/2014/main" id="{98FFDD93-CB19-5A43-67EA-FC579888D912}"/>
              </a:ext>
            </a:extLst>
          </p:cNvPr>
          <p:cNvSpPr/>
          <p:nvPr/>
        </p:nvSpPr>
        <p:spPr>
          <a:xfrm rot="11174285">
            <a:off x="-1013561" y="-335131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32D6FBA5-D536-7F00-C877-218D6EEA3409}"/>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D5DCF9C2-4BE1-838D-7503-037E0487AA7A}"/>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05B8D528-E099-2134-9D50-2F5120A4580D}"/>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1E3D089C-ED76-4781-585B-6A7C0DF53F00}"/>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4514C490-B218-05C8-95AD-A23DD11BE431}"/>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椭圆 302">
            <a:extLst>
              <a:ext uri="{FF2B5EF4-FFF2-40B4-BE49-F238E27FC236}">
                <a16:creationId xmlns:a16="http://schemas.microsoft.com/office/drawing/2014/main" id="{DAD865EA-B315-8947-835B-34CC096FF932}"/>
              </a:ext>
            </a:extLst>
          </p:cNvPr>
          <p:cNvSpPr/>
          <p:nvPr/>
        </p:nvSpPr>
        <p:spPr>
          <a:xfrm rot="11174285">
            <a:off x="82164" y="-2556839"/>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8" name="椭圆 307">
            <a:extLst>
              <a:ext uri="{FF2B5EF4-FFF2-40B4-BE49-F238E27FC236}">
                <a16:creationId xmlns:a16="http://schemas.microsoft.com/office/drawing/2014/main" id="{A68D17BF-84F3-46A5-12A0-2AFDBD82E160}"/>
              </a:ext>
            </a:extLst>
          </p:cNvPr>
          <p:cNvSpPr/>
          <p:nvPr/>
        </p:nvSpPr>
        <p:spPr>
          <a:xfrm rot="11174285">
            <a:off x="-279712" y="-1815798"/>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椭圆 308">
            <a:extLst>
              <a:ext uri="{FF2B5EF4-FFF2-40B4-BE49-F238E27FC236}">
                <a16:creationId xmlns:a16="http://schemas.microsoft.com/office/drawing/2014/main" id="{D8A9DB01-99B5-D037-FC58-CE74D93ED480}"/>
              </a:ext>
            </a:extLst>
          </p:cNvPr>
          <p:cNvSpPr/>
          <p:nvPr/>
        </p:nvSpPr>
        <p:spPr>
          <a:xfrm rot="11174285">
            <a:off x="1812278" y="-3013785"/>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椭圆 316">
            <a:extLst>
              <a:ext uri="{FF2B5EF4-FFF2-40B4-BE49-F238E27FC236}">
                <a16:creationId xmlns:a16="http://schemas.microsoft.com/office/drawing/2014/main" id="{E8CD46B3-CF9A-51B9-646C-BC07A4ECB123}"/>
              </a:ext>
            </a:extLst>
          </p:cNvPr>
          <p:cNvSpPr/>
          <p:nvPr/>
        </p:nvSpPr>
        <p:spPr>
          <a:xfrm rot="11174285">
            <a:off x="1641467" y="-1362995"/>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椭圆 318">
            <a:extLst>
              <a:ext uri="{FF2B5EF4-FFF2-40B4-BE49-F238E27FC236}">
                <a16:creationId xmlns:a16="http://schemas.microsoft.com/office/drawing/2014/main" id="{EE4D8582-4BA7-C4AF-C62C-E549DF14E592}"/>
              </a:ext>
            </a:extLst>
          </p:cNvPr>
          <p:cNvSpPr/>
          <p:nvPr/>
        </p:nvSpPr>
        <p:spPr>
          <a:xfrm rot="11174285">
            <a:off x="-1796118" y="-2323308"/>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椭圆 321">
            <a:extLst>
              <a:ext uri="{FF2B5EF4-FFF2-40B4-BE49-F238E27FC236}">
                <a16:creationId xmlns:a16="http://schemas.microsoft.com/office/drawing/2014/main" id="{BA061C6B-0BCD-C8AB-EC33-493DB5529244}"/>
              </a:ext>
            </a:extLst>
          </p:cNvPr>
          <p:cNvSpPr/>
          <p:nvPr/>
        </p:nvSpPr>
        <p:spPr>
          <a:xfrm rot="11174285">
            <a:off x="2614724" y="-2190064"/>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3" name="直接连接符 322">
            <a:extLst>
              <a:ext uri="{FF2B5EF4-FFF2-40B4-BE49-F238E27FC236}">
                <a16:creationId xmlns:a16="http://schemas.microsoft.com/office/drawing/2014/main" id="{FB48447D-9EF6-A72C-2493-A6A5C73B21D9}"/>
              </a:ext>
            </a:extLst>
          </p:cNvPr>
          <p:cNvCxnSpPr>
            <a:stCxn id="329" idx="3"/>
            <a:endCxn id="319" idx="6"/>
          </p:cNvCxnSpPr>
          <p:nvPr/>
        </p:nvCxnSpPr>
        <p:spPr>
          <a:xfrm flipV="1">
            <a:off x="-2706915" y="-2215313"/>
            <a:ext cx="911514" cy="654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9" name="椭圆 328">
            <a:extLst>
              <a:ext uri="{FF2B5EF4-FFF2-40B4-BE49-F238E27FC236}">
                <a16:creationId xmlns:a16="http://schemas.microsoft.com/office/drawing/2014/main" id="{197E7F7B-F879-1D25-97FA-143B23BD8AB1}"/>
              </a:ext>
            </a:extLst>
          </p:cNvPr>
          <p:cNvSpPr/>
          <p:nvPr/>
        </p:nvSpPr>
        <p:spPr>
          <a:xfrm rot="11174285">
            <a:off x="-2810752" y="-158284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4" name="直接连接符 333">
            <a:extLst>
              <a:ext uri="{FF2B5EF4-FFF2-40B4-BE49-F238E27FC236}">
                <a16:creationId xmlns:a16="http://schemas.microsoft.com/office/drawing/2014/main" id="{70998E5B-9C00-7898-5722-72EC7E7EE0CE}"/>
              </a:ext>
            </a:extLst>
          </p:cNvPr>
          <p:cNvCxnSpPr>
            <a:stCxn id="10" idx="3"/>
            <a:endCxn id="319" idx="0"/>
          </p:cNvCxnSpPr>
          <p:nvPr/>
        </p:nvCxnSpPr>
        <p:spPr>
          <a:xfrm flipV="1">
            <a:off x="-1895160" y="-2081705"/>
            <a:ext cx="207037" cy="18316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7" name="直接连接符 336">
            <a:extLst>
              <a:ext uri="{FF2B5EF4-FFF2-40B4-BE49-F238E27FC236}">
                <a16:creationId xmlns:a16="http://schemas.microsoft.com/office/drawing/2014/main" id="{46D1C03E-3211-3C08-8965-AC2A275FC094}"/>
              </a:ext>
            </a:extLst>
          </p:cNvPr>
          <p:cNvCxnSpPr>
            <a:stCxn id="308" idx="6"/>
            <a:endCxn id="319" idx="2"/>
          </p:cNvCxnSpPr>
          <p:nvPr/>
        </p:nvCxnSpPr>
        <p:spPr>
          <a:xfrm flipH="1" flipV="1">
            <a:off x="-1554515" y="-2188983"/>
            <a:ext cx="1275520" cy="4811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8" name="椭圆 347">
            <a:extLst>
              <a:ext uri="{FF2B5EF4-FFF2-40B4-BE49-F238E27FC236}">
                <a16:creationId xmlns:a16="http://schemas.microsoft.com/office/drawing/2014/main" id="{26737654-CF32-A657-EC16-0F65DCC37F11}"/>
              </a:ext>
            </a:extLst>
          </p:cNvPr>
          <p:cNvSpPr/>
          <p:nvPr/>
        </p:nvSpPr>
        <p:spPr>
          <a:xfrm rot="11174285">
            <a:off x="-785872" y="-824450"/>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9" name="直接连接符 348">
            <a:extLst>
              <a:ext uri="{FF2B5EF4-FFF2-40B4-BE49-F238E27FC236}">
                <a16:creationId xmlns:a16="http://schemas.microsoft.com/office/drawing/2014/main" id="{B5D01340-AF0C-7217-E58A-CA10537C54EC}"/>
              </a:ext>
            </a:extLst>
          </p:cNvPr>
          <p:cNvCxnSpPr>
            <a:stCxn id="348" idx="3"/>
            <a:endCxn id="308" idx="7"/>
          </p:cNvCxnSpPr>
          <p:nvPr/>
        </p:nvCxnSpPr>
        <p:spPr>
          <a:xfrm flipV="1">
            <a:off x="-586354" y="-1618782"/>
            <a:ext cx="333327" cy="8362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955CDD4B-253E-6DFD-14B5-9A98128501DF}"/>
              </a:ext>
            </a:extLst>
          </p:cNvPr>
          <p:cNvCxnSpPr>
            <a:stCxn id="319" idx="1"/>
            <a:endCxn id="348" idx="5"/>
          </p:cNvCxnSpPr>
          <p:nvPr/>
        </p:nvCxnSpPr>
        <p:spPr>
          <a:xfrm>
            <a:off x="-1599102" y="-2107673"/>
            <a:ext cx="855148" cy="13079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直接连接符 357">
            <a:extLst>
              <a:ext uri="{FF2B5EF4-FFF2-40B4-BE49-F238E27FC236}">
                <a16:creationId xmlns:a16="http://schemas.microsoft.com/office/drawing/2014/main" id="{2F398BAF-D67F-4DCD-C174-080BCC9AAE2C}"/>
              </a:ext>
            </a:extLst>
          </p:cNvPr>
          <p:cNvCxnSpPr>
            <a:stCxn id="303" idx="2"/>
            <a:endCxn id="309" idx="6"/>
          </p:cNvCxnSpPr>
          <p:nvPr/>
        </p:nvCxnSpPr>
        <p:spPr>
          <a:xfrm flipV="1">
            <a:off x="307682" y="-2912980"/>
            <a:ext cx="1505266" cy="4815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2" name="直接连接符 461">
            <a:extLst>
              <a:ext uri="{FF2B5EF4-FFF2-40B4-BE49-F238E27FC236}">
                <a16:creationId xmlns:a16="http://schemas.microsoft.com/office/drawing/2014/main" id="{C8A01167-82D4-F39A-A1CA-5F6B4698D1DD}"/>
              </a:ext>
            </a:extLst>
          </p:cNvPr>
          <p:cNvCxnSpPr>
            <a:stCxn id="303" idx="7"/>
            <a:endCxn id="308" idx="4"/>
          </p:cNvCxnSpPr>
          <p:nvPr/>
        </p:nvCxnSpPr>
        <p:spPr>
          <a:xfrm flipH="1">
            <a:off x="-145387" y="-2372938"/>
            <a:ext cx="252459" cy="5578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3" name="直接连接符 462">
            <a:extLst>
              <a:ext uri="{FF2B5EF4-FFF2-40B4-BE49-F238E27FC236}">
                <a16:creationId xmlns:a16="http://schemas.microsoft.com/office/drawing/2014/main" id="{B94A627C-E1DE-2073-1DC6-E927B5CC8E16}"/>
              </a:ext>
            </a:extLst>
          </p:cNvPr>
          <p:cNvCxnSpPr>
            <a:stCxn id="11" idx="4"/>
            <a:endCxn id="317" idx="1"/>
          </p:cNvCxnSpPr>
          <p:nvPr/>
        </p:nvCxnSpPr>
        <p:spPr>
          <a:xfrm flipV="1">
            <a:off x="1490680" y="-1188628"/>
            <a:ext cx="310099" cy="12031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4" name="直接连接符 463">
            <a:extLst>
              <a:ext uri="{FF2B5EF4-FFF2-40B4-BE49-F238E27FC236}">
                <a16:creationId xmlns:a16="http://schemas.microsoft.com/office/drawing/2014/main" id="{864943BB-18D4-D397-87B1-845DD2831394}"/>
              </a:ext>
            </a:extLst>
          </p:cNvPr>
          <p:cNvCxnSpPr>
            <a:stCxn id="348" idx="2"/>
            <a:endCxn id="317" idx="7"/>
          </p:cNvCxnSpPr>
          <p:nvPr/>
        </p:nvCxnSpPr>
        <p:spPr>
          <a:xfrm flipV="1">
            <a:off x="-562327" y="-1203683"/>
            <a:ext cx="2225373" cy="5035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5" name="直接连接符 464">
            <a:extLst>
              <a:ext uri="{FF2B5EF4-FFF2-40B4-BE49-F238E27FC236}">
                <a16:creationId xmlns:a16="http://schemas.microsoft.com/office/drawing/2014/main" id="{181BB98D-8FB5-6145-6A9E-3BC4DC540D55}"/>
              </a:ext>
            </a:extLst>
          </p:cNvPr>
          <p:cNvCxnSpPr>
            <a:stCxn id="308" idx="2"/>
            <a:endCxn id="317" idx="5"/>
          </p:cNvCxnSpPr>
          <p:nvPr/>
        </p:nvCxnSpPr>
        <p:spPr>
          <a:xfrm>
            <a:off x="-38109" y="-1681473"/>
            <a:ext cx="1716210" cy="3400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6" name="直接连接符 465">
            <a:extLst>
              <a:ext uri="{FF2B5EF4-FFF2-40B4-BE49-F238E27FC236}">
                <a16:creationId xmlns:a16="http://schemas.microsoft.com/office/drawing/2014/main" id="{151FCDD2-9BCA-4FCC-E961-9CB37D2AEB8A}"/>
              </a:ext>
            </a:extLst>
          </p:cNvPr>
          <p:cNvCxnSpPr>
            <a:stCxn id="317" idx="4"/>
            <a:endCxn id="322" idx="7"/>
          </p:cNvCxnSpPr>
          <p:nvPr/>
        </p:nvCxnSpPr>
        <p:spPr>
          <a:xfrm flipV="1">
            <a:off x="1750086" y="-2070516"/>
            <a:ext cx="880830" cy="7081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5" name="直接连接符 474">
            <a:extLst>
              <a:ext uri="{FF2B5EF4-FFF2-40B4-BE49-F238E27FC236}">
                <a16:creationId xmlns:a16="http://schemas.microsoft.com/office/drawing/2014/main" id="{761E4831-424E-CA6D-BBA5-7693E18D0765}"/>
              </a:ext>
            </a:extLst>
          </p:cNvPr>
          <p:cNvCxnSpPr>
            <a:stCxn id="309" idx="0"/>
            <a:endCxn id="317" idx="4"/>
          </p:cNvCxnSpPr>
          <p:nvPr/>
        </p:nvCxnSpPr>
        <p:spPr>
          <a:xfrm flipH="1">
            <a:off x="1750086" y="-2788267"/>
            <a:ext cx="162997" cy="14258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8" name="直接连接符 477">
            <a:extLst>
              <a:ext uri="{FF2B5EF4-FFF2-40B4-BE49-F238E27FC236}">
                <a16:creationId xmlns:a16="http://schemas.microsoft.com/office/drawing/2014/main" id="{968F1613-795E-C54D-90B2-6C2C784BEC96}"/>
              </a:ext>
            </a:extLst>
          </p:cNvPr>
          <p:cNvCxnSpPr>
            <a:stCxn id="303" idx="1"/>
            <a:endCxn id="317" idx="5"/>
          </p:cNvCxnSpPr>
          <p:nvPr/>
        </p:nvCxnSpPr>
        <p:spPr>
          <a:xfrm>
            <a:off x="266065" y="-2355559"/>
            <a:ext cx="1412036" cy="10141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2" name="直接连接符 481">
            <a:extLst>
              <a:ext uri="{FF2B5EF4-FFF2-40B4-BE49-F238E27FC236}">
                <a16:creationId xmlns:a16="http://schemas.microsoft.com/office/drawing/2014/main" id="{CA38DCE6-146F-3D33-8264-E012311D2542}"/>
              </a:ext>
            </a:extLst>
          </p:cNvPr>
          <p:cNvCxnSpPr>
            <a:stCxn id="303" idx="5"/>
            <a:endCxn id="319" idx="3"/>
          </p:cNvCxnSpPr>
          <p:nvPr/>
        </p:nvCxnSpPr>
        <p:spPr>
          <a:xfrm flipH="1">
            <a:off x="-1580483" y="-2531931"/>
            <a:ext cx="1704934" cy="2539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5" name="直接连接符 484">
            <a:extLst>
              <a:ext uri="{FF2B5EF4-FFF2-40B4-BE49-F238E27FC236}">
                <a16:creationId xmlns:a16="http://schemas.microsoft.com/office/drawing/2014/main" id="{9B146987-C65E-7C52-706C-8CD819EE1F35}"/>
              </a:ext>
            </a:extLst>
          </p:cNvPr>
          <p:cNvCxnSpPr>
            <a:stCxn id="322" idx="5"/>
            <a:endCxn id="309" idx="2"/>
          </p:cNvCxnSpPr>
          <p:nvPr/>
        </p:nvCxnSpPr>
        <p:spPr>
          <a:xfrm flipH="1" flipV="1">
            <a:off x="2037796" y="-2888402"/>
            <a:ext cx="604418" cy="7145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8" name="直接连接符 487">
            <a:extLst>
              <a:ext uri="{FF2B5EF4-FFF2-40B4-BE49-F238E27FC236}">
                <a16:creationId xmlns:a16="http://schemas.microsoft.com/office/drawing/2014/main" id="{9F225D8C-A826-8D48-A4B4-5AA863475DF3}"/>
              </a:ext>
            </a:extLst>
          </p:cNvPr>
          <p:cNvCxnSpPr>
            <a:stCxn id="322" idx="2"/>
            <a:endCxn id="60" idx="5"/>
          </p:cNvCxnSpPr>
          <p:nvPr/>
        </p:nvCxnSpPr>
        <p:spPr>
          <a:xfrm>
            <a:off x="2761327" y="-2108556"/>
            <a:ext cx="1237473" cy="2038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6" name="椭圆 495">
            <a:extLst>
              <a:ext uri="{FF2B5EF4-FFF2-40B4-BE49-F238E27FC236}">
                <a16:creationId xmlns:a16="http://schemas.microsoft.com/office/drawing/2014/main" id="{A9715200-423F-F4E5-6E6D-B4ECA7D84A44}"/>
              </a:ext>
            </a:extLst>
          </p:cNvPr>
          <p:cNvSpPr/>
          <p:nvPr/>
        </p:nvSpPr>
        <p:spPr>
          <a:xfrm rot="11174285">
            <a:off x="2579725" y="-735921"/>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8" name="直接连接符 507">
            <a:extLst>
              <a:ext uri="{FF2B5EF4-FFF2-40B4-BE49-F238E27FC236}">
                <a16:creationId xmlns:a16="http://schemas.microsoft.com/office/drawing/2014/main" id="{4F8A8A4A-A65C-171F-B515-27D7B3B96761}"/>
              </a:ext>
            </a:extLst>
          </p:cNvPr>
          <p:cNvCxnSpPr>
            <a:stCxn id="121" idx="7"/>
            <a:endCxn id="322" idx="3"/>
          </p:cNvCxnSpPr>
          <p:nvPr/>
        </p:nvCxnSpPr>
        <p:spPr>
          <a:xfrm flipH="1">
            <a:off x="2745570" y="-2949332"/>
            <a:ext cx="1369440" cy="7867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1" name="直接连接符 510">
            <a:extLst>
              <a:ext uri="{FF2B5EF4-FFF2-40B4-BE49-F238E27FC236}">
                <a16:creationId xmlns:a16="http://schemas.microsoft.com/office/drawing/2014/main" id="{088C4C13-07C3-4292-CEC4-C36747DE17D6}"/>
              </a:ext>
            </a:extLst>
          </p:cNvPr>
          <p:cNvCxnSpPr>
            <a:stCxn id="121" idx="5"/>
            <a:endCxn id="309" idx="2"/>
          </p:cNvCxnSpPr>
          <p:nvPr/>
        </p:nvCxnSpPr>
        <p:spPr>
          <a:xfrm flipH="1">
            <a:off x="2037796" y="-3062404"/>
            <a:ext cx="2089574" cy="1740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7" name="直接连接符 516">
            <a:extLst>
              <a:ext uri="{FF2B5EF4-FFF2-40B4-BE49-F238E27FC236}">
                <a16:creationId xmlns:a16="http://schemas.microsoft.com/office/drawing/2014/main" id="{9893F927-FEE9-A2C6-D94B-F7FF1DA13FE0}"/>
              </a:ext>
            </a:extLst>
          </p:cNvPr>
          <p:cNvCxnSpPr>
            <a:stCxn id="319" idx="5"/>
            <a:endCxn id="228" idx="7"/>
          </p:cNvCxnSpPr>
          <p:nvPr/>
        </p:nvCxnSpPr>
        <p:spPr>
          <a:xfrm flipV="1">
            <a:off x="-1750814" y="-3169026"/>
            <a:ext cx="761944" cy="8724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0" name="直接连接符 519">
            <a:extLst>
              <a:ext uri="{FF2B5EF4-FFF2-40B4-BE49-F238E27FC236}">
                <a16:creationId xmlns:a16="http://schemas.microsoft.com/office/drawing/2014/main" id="{5B062688-A19B-92FB-155E-301DFE1E43A1}"/>
              </a:ext>
            </a:extLst>
          </p:cNvPr>
          <p:cNvCxnSpPr>
            <a:stCxn id="303" idx="4"/>
            <a:endCxn id="228" idx="1"/>
          </p:cNvCxnSpPr>
          <p:nvPr/>
        </p:nvCxnSpPr>
        <p:spPr>
          <a:xfrm flipH="1" flipV="1">
            <a:off x="-831270" y="-3151799"/>
            <a:ext cx="1038817" cy="5956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3" name="直接连接符 522">
            <a:extLst>
              <a:ext uri="{FF2B5EF4-FFF2-40B4-BE49-F238E27FC236}">
                <a16:creationId xmlns:a16="http://schemas.microsoft.com/office/drawing/2014/main" id="{F3CC7743-6EF8-4BA4-8191-E1439AE52726}"/>
              </a:ext>
            </a:extLst>
          </p:cNvPr>
          <p:cNvCxnSpPr>
            <a:stCxn id="309" idx="5"/>
            <a:endCxn id="228" idx="3"/>
          </p:cNvCxnSpPr>
          <p:nvPr/>
        </p:nvCxnSpPr>
        <p:spPr>
          <a:xfrm flipH="1" flipV="1">
            <a:off x="-814043" y="-3309399"/>
            <a:ext cx="2668608" cy="320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99E8FF4A-D857-97A0-D4CB-0BB8A79ABAFA}"/>
              </a:ext>
            </a:extLst>
          </p:cNvPr>
          <p:cNvSpPr txBox="1"/>
          <p:nvPr/>
        </p:nvSpPr>
        <p:spPr>
          <a:xfrm>
            <a:off x="306989" y="220218"/>
            <a:ext cx="11813899" cy="707886"/>
          </a:xfrm>
          <a:prstGeom prst="rect">
            <a:avLst/>
          </a:prstGeom>
          <a:noFill/>
        </p:spPr>
        <p:txBody>
          <a:bodyPr wrap="square" rtlCol="0">
            <a:spAutoFit/>
          </a:bodyPr>
          <a:lstStyle/>
          <a:p>
            <a:pPr algn="ctr"/>
            <a:r>
              <a:rPr lang="en-US" altLang="zh-CN" sz="4000"/>
              <a:t>Framework</a:t>
            </a:r>
            <a:endParaRPr lang="zh-CN" altLang="en-US" sz="4000"/>
          </a:p>
        </p:txBody>
      </p:sp>
      <p:sp>
        <p:nvSpPr>
          <p:cNvPr id="6" name="文本框 5">
            <a:extLst>
              <a:ext uri="{FF2B5EF4-FFF2-40B4-BE49-F238E27FC236}">
                <a16:creationId xmlns:a16="http://schemas.microsoft.com/office/drawing/2014/main" id="{741D6927-6DFF-9BAE-047A-30CED99D600A}"/>
              </a:ext>
            </a:extLst>
          </p:cNvPr>
          <p:cNvSpPr txBox="1"/>
          <p:nvPr/>
        </p:nvSpPr>
        <p:spPr>
          <a:xfrm>
            <a:off x="1163479" y="1017217"/>
            <a:ext cx="10004506" cy="577850"/>
          </a:xfrm>
          <a:prstGeom prst="rect">
            <a:avLst/>
          </a:prstGeom>
          <a:noFill/>
        </p:spPr>
        <p:txBody>
          <a:bodyPr wrap="square" rtlCol="0">
            <a:spAutoFit/>
          </a:bodyPr>
          <a:lstStyle/>
          <a:p>
            <a:pPr>
              <a:lnSpc>
                <a:spcPct val="150000"/>
              </a:lnSpc>
            </a:pPr>
            <a:r>
              <a:rPr lang="en-US" altLang="zh-CN" sz="2400"/>
              <a:t>Generate Watermarks Separately from the Model</a:t>
            </a:r>
            <a:endParaRPr lang="zh-CN" altLang="en-US" sz="2400"/>
          </a:p>
        </p:txBody>
      </p:sp>
      <p:sp>
        <p:nvSpPr>
          <p:cNvPr id="4" name="矩形 3">
            <a:extLst>
              <a:ext uri="{FF2B5EF4-FFF2-40B4-BE49-F238E27FC236}">
                <a16:creationId xmlns:a16="http://schemas.microsoft.com/office/drawing/2014/main" id="{12A93AF1-2FD3-0E86-6DA0-660EF4F9F5D6}"/>
              </a:ext>
            </a:extLst>
          </p:cNvPr>
          <p:cNvSpPr/>
          <p:nvPr/>
        </p:nvSpPr>
        <p:spPr>
          <a:xfrm>
            <a:off x="390477" y="3688110"/>
            <a:ext cx="1985125" cy="11248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2800"/>
              <a:t>Input</a:t>
            </a:r>
          </a:p>
          <a:p>
            <a:pPr algn="ctr"/>
            <a:r>
              <a:rPr lang="en-US" altLang="zh-CN" sz="2800"/>
              <a:t>(Tokens)</a:t>
            </a:r>
            <a:endParaRPr lang="zh-CN" altLang="en-US" sz="2800"/>
          </a:p>
        </p:txBody>
      </p:sp>
      <p:sp>
        <p:nvSpPr>
          <p:cNvPr id="5" name="椭圆 4">
            <a:extLst>
              <a:ext uri="{FF2B5EF4-FFF2-40B4-BE49-F238E27FC236}">
                <a16:creationId xmlns:a16="http://schemas.microsoft.com/office/drawing/2014/main" id="{DA2B5374-6AEC-9187-2FA3-DDCA7799C568}"/>
              </a:ext>
            </a:extLst>
          </p:cNvPr>
          <p:cNvSpPr/>
          <p:nvPr/>
        </p:nvSpPr>
        <p:spPr>
          <a:xfrm>
            <a:off x="2510455" y="1939248"/>
            <a:ext cx="2501045" cy="12688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a:t>Teacher Model</a:t>
            </a:r>
            <a:endParaRPr lang="zh-CN" altLang="en-US" sz="2800"/>
          </a:p>
        </p:txBody>
      </p:sp>
      <p:sp>
        <p:nvSpPr>
          <p:cNvPr id="7" name="箭头: 右 6">
            <a:extLst>
              <a:ext uri="{FF2B5EF4-FFF2-40B4-BE49-F238E27FC236}">
                <a16:creationId xmlns:a16="http://schemas.microsoft.com/office/drawing/2014/main" id="{64D2C5C4-0EC0-B972-A123-3071D9C0394F}"/>
              </a:ext>
            </a:extLst>
          </p:cNvPr>
          <p:cNvSpPr/>
          <p:nvPr/>
        </p:nvSpPr>
        <p:spPr>
          <a:xfrm rot="18538347">
            <a:off x="2018076" y="2910531"/>
            <a:ext cx="460932" cy="32117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8ED981CD-B860-64E8-BD0E-514E08F3253C}"/>
              </a:ext>
            </a:extLst>
          </p:cNvPr>
          <p:cNvSpPr/>
          <p:nvPr/>
        </p:nvSpPr>
        <p:spPr>
          <a:xfrm>
            <a:off x="5090024" y="2386712"/>
            <a:ext cx="460932" cy="3211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FD23517B-FA4A-96B9-5204-D03BF0EF8868}"/>
              </a:ext>
            </a:extLst>
          </p:cNvPr>
          <p:cNvSpPr/>
          <p:nvPr/>
        </p:nvSpPr>
        <p:spPr>
          <a:xfrm>
            <a:off x="5603646" y="2158254"/>
            <a:ext cx="1352115" cy="77900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2800"/>
              <a:t>Logits</a:t>
            </a:r>
            <a:endParaRPr lang="zh-CN" altLang="en-US" sz="2800"/>
          </a:p>
        </p:txBody>
      </p:sp>
      <p:sp>
        <p:nvSpPr>
          <p:cNvPr id="16" name="椭圆 15">
            <a:extLst>
              <a:ext uri="{FF2B5EF4-FFF2-40B4-BE49-F238E27FC236}">
                <a16:creationId xmlns:a16="http://schemas.microsoft.com/office/drawing/2014/main" id="{0960B39A-A0DE-7E02-B816-5B1B3A87E63C}"/>
              </a:ext>
            </a:extLst>
          </p:cNvPr>
          <p:cNvSpPr/>
          <p:nvPr/>
        </p:nvSpPr>
        <p:spPr>
          <a:xfrm>
            <a:off x="7562768" y="1931672"/>
            <a:ext cx="2717653" cy="1268889"/>
          </a:xfrm>
          <a:prstGeom prst="ellipse">
            <a:avLst/>
          </a:prstGeom>
          <a:solidFill>
            <a:srgbClr val="7030A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2800"/>
              <a:t>Watermark Module</a:t>
            </a:r>
            <a:endParaRPr lang="zh-CN" altLang="en-US" sz="2800"/>
          </a:p>
        </p:txBody>
      </p:sp>
      <p:sp>
        <p:nvSpPr>
          <p:cNvPr id="17" name="箭头: 右 16">
            <a:extLst>
              <a:ext uri="{FF2B5EF4-FFF2-40B4-BE49-F238E27FC236}">
                <a16:creationId xmlns:a16="http://schemas.microsoft.com/office/drawing/2014/main" id="{B0CFFF6B-D060-0D56-7E77-FBD6339B0E68}"/>
              </a:ext>
            </a:extLst>
          </p:cNvPr>
          <p:cNvSpPr/>
          <p:nvPr/>
        </p:nvSpPr>
        <p:spPr>
          <a:xfrm>
            <a:off x="7017468" y="2387170"/>
            <a:ext cx="460932" cy="32117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3BE555C5-5D01-7BCA-E954-C92EB87C2B66}"/>
              </a:ext>
            </a:extLst>
          </p:cNvPr>
          <p:cNvSpPr/>
          <p:nvPr/>
        </p:nvSpPr>
        <p:spPr>
          <a:xfrm rot="2586757">
            <a:off x="9976797" y="3164979"/>
            <a:ext cx="460932" cy="321171"/>
          </a:xfrm>
          <a:prstGeom prst="rightArrow">
            <a:avLst/>
          </a:prstGeom>
          <a:solidFill>
            <a:srgbClr val="7030A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D39F8772-0E91-A74C-7E62-C83CDD29ACF7}"/>
              </a:ext>
            </a:extLst>
          </p:cNvPr>
          <p:cNvSpPr/>
          <p:nvPr/>
        </p:nvSpPr>
        <p:spPr>
          <a:xfrm>
            <a:off x="10079158" y="3719483"/>
            <a:ext cx="1985125" cy="11248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a:t>Output</a:t>
            </a:r>
          </a:p>
          <a:p>
            <a:pPr algn="ctr"/>
            <a:r>
              <a:rPr lang="en-US" altLang="zh-CN" sz="2800"/>
              <a:t>(Token)</a:t>
            </a:r>
            <a:endParaRPr lang="zh-CN" altLang="en-US" sz="2800"/>
          </a:p>
        </p:txBody>
      </p:sp>
      <p:sp>
        <p:nvSpPr>
          <p:cNvPr id="20" name="箭头: 右 19">
            <a:extLst>
              <a:ext uri="{FF2B5EF4-FFF2-40B4-BE49-F238E27FC236}">
                <a16:creationId xmlns:a16="http://schemas.microsoft.com/office/drawing/2014/main" id="{36A663D8-7362-839C-EFC6-23C1B5D679CA}"/>
              </a:ext>
            </a:extLst>
          </p:cNvPr>
          <p:cNvSpPr/>
          <p:nvPr/>
        </p:nvSpPr>
        <p:spPr>
          <a:xfrm rot="2313283">
            <a:off x="1973595" y="5277141"/>
            <a:ext cx="460932" cy="32117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FE4736F9-0EA4-52E7-117D-B74991B0F078}"/>
              </a:ext>
            </a:extLst>
          </p:cNvPr>
          <p:cNvSpPr/>
          <p:nvPr/>
        </p:nvSpPr>
        <p:spPr>
          <a:xfrm>
            <a:off x="2997916" y="3674105"/>
            <a:ext cx="2555237" cy="126888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a:t>Key Generator</a:t>
            </a:r>
            <a:endParaRPr lang="zh-CN" altLang="en-US" sz="2800"/>
          </a:p>
        </p:txBody>
      </p:sp>
      <p:sp>
        <p:nvSpPr>
          <p:cNvPr id="22" name="箭头: 右 21">
            <a:extLst>
              <a:ext uri="{FF2B5EF4-FFF2-40B4-BE49-F238E27FC236}">
                <a16:creationId xmlns:a16="http://schemas.microsoft.com/office/drawing/2014/main" id="{33233584-1798-8BBF-E67D-9E43E1FF5B1A}"/>
              </a:ext>
            </a:extLst>
          </p:cNvPr>
          <p:cNvSpPr/>
          <p:nvPr/>
        </p:nvSpPr>
        <p:spPr>
          <a:xfrm>
            <a:off x="5627964" y="4175217"/>
            <a:ext cx="460932" cy="321171"/>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EC31861-6524-4721-819A-3F52CD30D500}"/>
              </a:ext>
            </a:extLst>
          </p:cNvPr>
          <p:cNvSpPr/>
          <p:nvPr/>
        </p:nvSpPr>
        <p:spPr>
          <a:xfrm>
            <a:off x="6210300" y="3941708"/>
            <a:ext cx="1352115" cy="779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a:t>Key</a:t>
            </a:r>
            <a:endParaRPr lang="zh-CN" altLang="en-US" sz="2800"/>
          </a:p>
        </p:txBody>
      </p:sp>
      <p:sp>
        <p:nvSpPr>
          <p:cNvPr id="24" name="箭头: 右 23">
            <a:extLst>
              <a:ext uri="{FF2B5EF4-FFF2-40B4-BE49-F238E27FC236}">
                <a16:creationId xmlns:a16="http://schemas.microsoft.com/office/drawing/2014/main" id="{782334D7-0B72-F155-DF1D-665578E8DF05}"/>
              </a:ext>
            </a:extLst>
          </p:cNvPr>
          <p:cNvSpPr/>
          <p:nvPr/>
        </p:nvSpPr>
        <p:spPr>
          <a:xfrm>
            <a:off x="2449788" y="4173152"/>
            <a:ext cx="460932" cy="32117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6D47C4F5-DC64-46E1-D082-18A08029B74D}"/>
              </a:ext>
            </a:extLst>
          </p:cNvPr>
          <p:cNvSpPr/>
          <p:nvPr/>
        </p:nvSpPr>
        <p:spPr>
          <a:xfrm>
            <a:off x="2484375" y="5191510"/>
            <a:ext cx="2501045" cy="1268889"/>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2800"/>
              <a:t>Student Model</a:t>
            </a:r>
            <a:endParaRPr lang="zh-CN" altLang="en-US" sz="2800"/>
          </a:p>
        </p:txBody>
      </p:sp>
      <p:sp>
        <p:nvSpPr>
          <p:cNvPr id="28" name="箭头: 右 27">
            <a:extLst>
              <a:ext uri="{FF2B5EF4-FFF2-40B4-BE49-F238E27FC236}">
                <a16:creationId xmlns:a16="http://schemas.microsoft.com/office/drawing/2014/main" id="{EA5CC60E-0D2E-D677-6FDC-4D818E68AB91}"/>
              </a:ext>
            </a:extLst>
          </p:cNvPr>
          <p:cNvSpPr/>
          <p:nvPr/>
        </p:nvSpPr>
        <p:spPr>
          <a:xfrm>
            <a:off x="5063944" y="5638974"/>
            <a:ext cx="460932" cy="321171"/>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153EE361-7394-D86C-06F8-B2D0D13BF499}"/>
              </a:ext>
            </a:extLst>
          </p:cNvPr>
          <p:cNvSpPr/>
          <p:nvPr/>
        </p:nvSpPr>
        <p:spPr>
          <a:xfrm>
            <a:off x="5603646" y="5425329"/>
            <a:ext cx="1352115" cy="77900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2800"/>
              <a:t>Logits</a:t>
            </a:r>
            <a:endParaRPr lang="zh-CN" altLang="en-US" sz="2800"/>
          </a:p>
        </p:txBody>
      </p:sp>
      <p:sp>
        <p:nvSpPr>
          <p:cNvPr id="30" name="箭头: 右 29">
            <a:extLst>
              <a:ext uri="{FF2B5EF4-FFF2-40B4-BE49-F238E27FC236}">
                <a16:creationId xmlns:a16="http://schemas.microsoft.com/office/drawing/2014/main" id="{734A8CDB-86EA-78E8-51DA-006FBF4C0F96}"/>
              </a:ext>
            </a:extLst>
          </p:cNvPr>
          <p:cNvSpPr/>
          <p:nvPr/>
        </p:nvSpPr>
        <p:spPr>
          <a:xfrm>
            <a:off x="6998418" y="5654245"/>
            <a:ext cx="460932" cy="32117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741AD02A-FFD2-5531-C0B4-50E57713C60C}"/>
              </a:ext>
            </a:extLst>
          </p:cNvPr>
          <p:cNvSpPr/>
          <p:nvPr/>
        </p:nvSpPr>
        <p:spPr>
          <a:xfrm>
            <a:off x="7505618" y="5189370"/>
            <a:ext cx="2717653" cy="1268889"/>
          </a:xfrm>
          <a:prstGeom prst="ellipse">
            <a:avLst/>
          </a:prstGeom>
          <a:solidFill>
            <a:srgbClr val="7030A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2800"/>
              <a:t>Watermark Module</a:t>
            </a:r>
            <a:endParaRPr lang="zh-CN" altLang="en-US" sz="2800"/>
          </a:p>
        </p:txBody>
      </p:sp>
      <p:sp>
        <p:nvSpPr>
          <p:cNvPr id="33" name="箭头: 右 32">
            <a:extLst>
              <a:ext uri="{FF2B5EF4-FFF2-40B4-BE49-F238E27FC236}">
                <a16:creationId xmlns:a16="http://schemas.microsoft.com/office/drawing/2014/main" id="{EE519424-B599-EE6D-58D6-38B33550E31D}"/>
              </a:ext>
            </a:extLst>
          </p:cNvPr>
          <p:cNvSpPr/>
          <p:nvPr/>
        </p:nvSpPr>
        <p:spPr>
          <a:xfrm rot="18945688">
            <a:off x="9957747" y="5041553"/>
            <a:ext cx="460932" cy="321171"/>
          </a:xfrm>
          <a:prstGeom prst="rightArrow">
            <a:avLst/>
          </a:prstGeom>
          <a:solidFill>
            <a:srgbClr val="7030A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21064D0F-24B5-2A41-16DD-DB7515082D27}"/>
              </a:ext>
            </a:extLst>
          </p:cNvPr>
          <p:cNvSpPr/>
          <p:nvPr/>
        </p:nvSpPr>
        <p:spPr>
          <a:xfrm rot="17998740">
            <a:off x="7532964" y="3268414"/>
            <a:ext cx="460932" cy="321171"/>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D4F113E1-3085-2C79-5EEA-5BAFCF210E1C}"/>
              </a:ext>
            </a:extLst>
          </p:cNvPr>
          <p:cNvSpPr/>
          <p:nvPr/>
        </p:nvSpPr>
        <p:spPr>
          <a:xfrm rot="3840463">
            <a:off x="7523438" y="4876210"/>
            <a:ext cx="460932" cy="321171"/>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42" name="直接连接符 41">
            <a:extLst>
              <a:ext uri="{FF2B5EF4-FFF2-40B4-BE49-F238E27FC236}">
                <a16:creationId xmlns:a16="http://schemas.microsoft.com/office/drawing/2014/main" id="{077E166A-3A77-37CA-4FC3-03EDCACFC4A4}"/>
              </a:ext>
            </a:extLst>
          </p:cNvPr>
          <p:cNvCxnSpPr>
            <a:stCxn id="19" idx="2"/>
          </p:cNvCxnSpPr>
          <p:nvPr/>
        </p:nvCxnSpPr>
        <p:spPr>
          <a:xfrm flipH="1">
            <a:off x="11049000" y="4844351"/>
            <a:ext cx="22721" cy="1706274"/>
          </a:xfrm>
          <a:prstGeom prst="line">
            <a:avLst/>
          </a:prstGeom>
        </p:spPr>
        <p:style>
          <a:lnRef idx="1">
            <a:schemeClr val="dk1"/>
          </a:lnRef>
          <a:fillRef idx="0">
            <a:schemeClr val="dk1"/>
          </a:fillRef>
          <a:effectRef idx="0">
            <a:schemeClr val="dk1"/>
          </a:effectRef>
          <a:fontRef idx="minor">
            <a:schemeClr val="tx1"/>
          </a:fontRef>
        </p:style>
      </p:cxnSp>
      <p:cxnSp>
        <p:nvCxnSpPr>
          <p:cNvPr id="46" name="连接符: 肘形 45">
            <a:extLst>
              <a:ext uri="{FF2B5EF4-FFF2-40B4-BE49-F238E27FC236}">
                <a16:creationId xmlns:a16="http://schemas.microsoft.com/office/drawing/2014/main" id="{7F92F794-7438-4330-DD9D-B755D094BC2B}"/>
              </a:ext>
            </a:extLst>
          </p:cNvPr>
          <p:cNvCxnSpPr>
            <a:endCxn id="4" idx="2"/>
          </p:cNvCxnSpPr>
          <p:nvPr/>
        </p:nvCxnSpPr>
        <p:spPr>
          <a:xfrm rot="10800000">
            <a:off x="1383041" y="4812979"/>
            <a:ext cx="9675485" cy="1749747"/>
          </a:xfrm>
          <a:prstGeom prst="bentConnector2">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83575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E187E-E38E-55EB-B780-4C60A54FE99F}"/>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997FF5B6-BD9C-D0AE-0126-074CD5444221}"/>
              </a:ext>
            </a:extLst>
          </p:cNvPr>
          <p:cNvSpPr/>
          <p:nvPr/>
        </p:nvSpPr>
        <p:spPr>
          <a:xfrm rot="11174285">
            <a:off x="-3662632" y="109475"/>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94B5DAB5-9FDB-A20D-81A3-57FD33AAD2A1}"/>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9B75C1A0-8E97-8720-CC07-B87AD5195252}"/>
              </a:ext>
            </a:extLst>
          </p:cNvPr>
          <p:cNvSpPr/>
          <p:nvPr/>
        </p:nvSpPr>
        <p:spPr>
          <a:xfrm rot="11174285">
            <a:off x="-952203" y="958504"/>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8B444FB9-68B6-BA07-EB69-6E9D1531631E}"/>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B0258E25-4067-CEB3-3491-4E7700BD358E}"/>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5A61C7D3-10D4-D118-7768-2EDB37D6BACC}"/>
              </a:ext>
            </a:extLst>
          </p:cNvPr>
          <p:cNvCxnSpPr>
            <a:stCxn id="8" idx="1"/>
            <a:endCxn id="32" idx="5"/>
          </p:cNvCxnSpPr>
          <p:nvPr/>
        </p:nvCxnSpPr>
        <p:spPr>
          <a:xfrm>
            <a:off x="-3531845" y="252622"/>
            <a:ext cx="891498" cy="8862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66D692F-D2C5-0057-E205-E1734E6FEB03}"/>
              </a:ext>
            </a:extLst>
          </p:cNvPr>
          <p:cNvCxnSpPr>
            <a:cxnSpLocks/>
            <a:stCxn id="32" idx="4"/>
          </p:cNvCxnSpPr>
          <p:nvPr/>
        </p:nvCxnSpPr>
        <p:spPr>
          <a:xfrm flipV="1">
            <a:off x="-2597479" y="-66844"/>
            <a:ext cx="601844" cy="1193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2FF5410B-BEE3-E30C-8487-C5B21B0E9CC5}"/>
              </a:ext>
            </a:extLst>
          </p:cNvPr>
          <p:cNvSpPr/>
          <p:nvPr/>
        </p:nvSpPr>
        <p:spPr>
          <a:xfrm rot="11174285">
            <a:off x="-2662162" y="112606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ED27D615-687C-950B-5349-6C4B712442A9}"/>
              </a:ext>
            </a:extLst>
          </p:cNvPr>
          <p:cNvCxnSpPr>
            <a:cxnSpLocks/>
            <a:stCxn id="12" idx="3"/>
          </p:cNvCxnSpPr>
          <p:nvPr/>
        </p:nvCxnSpPr>
        <p:spPr>
          <a:xfrm flipV="1">
            <a:off x="-777836" y="140922"/>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CD0EEC6-F244-56CE-9A4F-298C0E6BCE74}"/>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CE1BBD6E-FEEB-82A5-4A25-BD26619E82FB}"/>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295D6FC-902F-8070-E689-BF6039926BD9}"/>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678CCBA-CC9C-86E9-768A-A9AC141C6C2D}"/>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D8693DCB-5F8C-F2F8-A8BB-709C540DD9F0}"/>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3D02F38D-C817-C79C-FBDF-C077BCE975A7}"/>
              </a:ext>
            </a:extLst>
          </p:cNvPr>
          <p:cNvCxnSpPr>
            <a:stCxn id="32" idx="2"/>
            <a:endCxn id="12" idx="6"/>
          </p:cNvCxnSpPr>
          <p:nvPr/>
        </p:nvCxnSpPr>
        <p:spPr>
          <a:xfrm flipV="1">
            <a:off x="-2545821" y="1045831"/>
            <a:ext cx="1594198" cy="1449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82A6D38E-1295-DE07-D3D6-E78730217514}"/>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91CEFB93-ED14-AA3E-7553-B0DD1E7273AC}"/>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43B3B94D-502A-FF07-64A1-48D00E608862}"/>
              </a:ext>
            </a:extLst>
          </p:cNvPr>
          <p:cNvCxnSpPr>
            <a:stCxn id="14" idx="7"/>
            <a:endCxn id="12" idx="3"/>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0E6D5170-7A9A-2779-2D8F-DD09737CABF6}"/>
              </a:ext>
            </a:extLst>
          </p:cNvPr>
          <p:cNvCxnSpPr>
            <a:cxnSpLocks/>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336C2143-6F2E-C0D9-E418-C0EBB7A83237}"/>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D652B18E-24D5-C08D-7F85-A9CE2436394D}"/>
              </a:ext>
            </a:extLst>
          </p:cNvPr>
          <p:cNvSpPr/>
          <p:nvPr/>
        </p:nvSpPr>
        <p:spPr>
          <a:xfrm rot="11174285">
            <a:off x="-2347993" y="21758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44AD0387-1990-B21C-20F7-1892B83A3B5A}"/>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D959AEE0-5510-983C-F090-3D917C07810F}"/>
              </a:ext>
            </a:extLst>
          </p:cNvPr>
          <p:cNvCxnSpPr>
            <a:cxnSpLocks/>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B2737843-3E11-908B-7F42-77C3E7DA9AEF}"/>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7FBA8B87-7DE9-D76A-F7ED-4FF34FFB3EB7}"/>
              </a:ext>
            </a:extLst>
          </p:cNvPr>
          <p:cNvCxnSpPr>
            <a:stCxn id="116" idx="2"/>
            <a:endCxn id="175" idx="6"/>
          </p:cNvCxnSpPr>
          <p:nvPr/>
        </p:nvCxnSpPr>
        <p:spPr>
          <a:xfrm flipV="1">
            <a:off x="-2122475" y="2104590"/>
            <a:ext cx="1892708" cy="196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129D5642-E31F-B3DA-8DC9-A4EBC271A91E}"/>
              </a:ext>
            </a:extLst>
          </p:cNvPr>
          <p:cNvCxnSpPr>
            <a:stCxn id="116" idx="4"/>
            <a:endCxn id="12" idx="7"/>
          </p:cNvCxnSpPr>
          <p:nvPr/>
        </p:nvCxnSpPr>
        <p:spPr>
          <a:xfrm flipV="1">
            <a:off x="-2222610" y="1117816"/>
            <a:ext cx="1291986" cy="1058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E40B4321-3511-A23D-5AD2-079BB164CC59}"/>
              </a:ext>
            </a:extLst>
          </p:cNvPr>
          <p:cNvCxnSpPr>
            <a:stCxn id="116" idx="5"/>
            <a:endCxn id="32" idx="1"/>
          </p:cNvCxnSpPr>
          <p:nvPr/>
        </p:nvCxnSpPr>
        <p:spPr>
          <a:xfrm flipH="1" flipV="1">
            <a:off x="-2567291" y="1229902"/>
            <a:ext cx="261585" cy="9708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19525853-5E60-768F-A966-0ECD19E4082D}"/>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565F6B90-1637-661C-244E-227E85B6DF94}"/>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4D4273DC-4B6D-1131-2416-0C9C1A88B768}"/>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FBD07728-2323-9E2B-CD4B-9F161C6483CD}"/>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27696BB1-33C9-D8C0-DFC5-584A92848DCC}"/>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9BCA8F69-CC98-B2D1-4359-E978B27C1AF7}"/>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3A0A0E8A-1FBA-1E09-4538-7F2C70E909A6}"/>
              </a:ext>
            </a:extLst>
          </p:cNvPr>
          <p:cNvCxnSpPr>
            <a:stCxn id="12" idx="2"/>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4E171F8B-6D73-71D3-94CB-95ADD22C6F7F}"/>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A4AC21BD-7AB1-4C40-370A-6CE9E03367D0}"/>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16515F89-0173-B2A6-747F-5C62A9AD0798}"/>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AA887795-876D-695A-4D0A-98292534F906}"/>
              </a:ext>
            </a:extLst>
          </p:cNvPr>
          <p:cNvCxnSpPr>
            <a:stCxn id="175" idx="6"/>
            <a:endCxn id="12" idx="1"/>
          </p:cNvCxnSpPr>
          <p:nvPr/>
        </p:nvCxnSpPr>
        <p:spPr>
          <a:xfrm flipH="1" flipV="1">
            <a:off x="-792891" y="1132871"/>
            <a:ext cx="563124" cy="9717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5950826D-054A-09DB-B821-6E588659A24C}"/>
              </a:ext>
            </a:extLst>
          </p:cNvPr>
          <p:cNvCxnSpPr>
            <a:cxnSpLocks/>
            <a:stCxn id="8" idx="3"/>
          </p:cNvCxnSpPr>
          <p:nvPr/>
        </p:nvCxnSpPr>
        <p:spPr>
          <a:xfrm flipV="1">
            <a:off x="-3519485" y="-191557"/>
            <a:ext cx="1423715" cy="3311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D256C334-CE22-4EC6-499A-5C6B6E2CE891}"/>
              </a:ext>
            </a:extLst>
          </p:cNvPr>
          <p:cNvCxnSpPr>
            <a:cxnSpLocks/>
            <a:stCxn id="8" idx="3"/>
          </p:cNvCxnSpPr>
          <p:nvPr/>
        </p:nvCxnSpPr>
        <p:spPr>
          <a:xfrm flipV="1">
            <a:off x="-3519485" y="-1466504"/>
            <a:ext cx="760736" cy="1606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2F87DD5E-A641-2402-8C1F-90F14C757E3C}"/>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CA1DB91A-3795-98D8-0515-E1CD795D290B}"/>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8EA266DE-1081-5425-C6EE-3CC83CE354C2}"/>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A3197331-267A-4768-F135-300341BC689A}"/>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C8B5A0CC-C7C9-4874-B6BA-D30C40F6A0D3}"/>
              </a:ext>
            </a:extLst>
          </p:cNvPr>
          <p:cNvCxnSpPr>
            <a:cxnSpLocks/>
            <a:endCxn id="32" idx="2"/>
          </p:cNvCxnSpPr>
          <p:nvPr/>
        </p:nvCxnSpPr>
        <p:spPr>
          <a:xfrm flipH="1">
            <a:off x="-2545821" y="84533"/>
            <a:ext cx="1886469" cy="1106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07EF2665-7AA1-6C68-5F7B-AFFEE8FF19E0}"/>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B8CE6804-5941-B092-5AC4-A52C07C69500}"/>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7D32DF7C-8669-905D-B5D8-5C67BDED82E6}"/>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0E9BB6F6-0B9A-2ACA-0481-C40194D9255B}"/>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BA1148BB-CB19-1DDC-3585-C34B5EA77BFC}"/>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06C60381-B46B-FE68-D873-29C47E6BB432}"/>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32827185-903A-8059-9CA7-98BC2D3BF7EE}"/>
              </a:ext>
            </a:extLst>
          </p:cNvPr>
          <p:cNvSpPr txBox="1"/>
          <p:nvPr/>
        </p:nvSpPr>
        <p:spPr>
          <a:xfrm>
            <a:off x="306989" y="220218"/>
            <a:ext cx="11813899" cy="707886"/>
          </a:xfrm>
          <a:prstGeom prst="rect">
            <a:avLst/>
          </a:prstGeom>
          <a:noFill/>
        </p:spPr>
        <p:txBody>
          <a:bodyPr wrap="square" rtlCol="0">
            <a:spAutoFit/>
          </a:bodyPr>
          <a:lstStyle/>
          <a:p>
            <a:pPr algn="ctr"/>
            <a:r>
              <a:rPr lang="en-US" altLang="zh-CN" sz="4000"/>
              <a:t>Key Advantages of This Approach</a:t>
            </a:r>
            <a:endParaRPr lang="zh-CN" altLang="en-US" sz="4000"/>
          </a:p>
        </p:txBody>
      </p:sp>
      <p:sp>
        <p:nvSpPr>
          <p:cNvPr id="6" name="文本框 5">
            <a:extLst>
              <a:ext uri="{FF2B5EF4-FFF2-40B4-BE49-F238E27FC236}">
                <a16:creationId xmlns:a16="http://schemas.microsoft.com/office/drawing/2014/main" id="{32C2C279-B4ED-7419-153F-7BFBC9860096}"/>
              </a:ext>
            </a:extLst>
          </p:cNvPr>
          <p:cNvSpPr txBox="1"/>
          <p:nvPr/>
        </p:nvSpPr>
        <p:spPr>
          <a:xfrm>
            <a:off x="1093747" y="1016290"/>
            <a:ext cx="10004506" cy="51831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800"/>
              <a:t>Works with any model (before or after distillation)</a:t>
            </a:r>
          </a:p>
          <a:p>
            <a:pPr marL="342900" indent="-342900">
              <a:lnSpc>
                <a:spcPct val="150000"/>
              </a:lnSpc>
              <a:buFont typeface="Arial" panose="020B0604020202020204" pitchFamily="34" charset="0"/>
              <a:buChar char="•"/>
            </a:pPr>
            <a:endParaRPr lang="en-US" altLang="zh-CN" sz="2800"/>
          </a:p>
          <a:p>
            <a:pPr marL="342900" indent="-342900">
              <a:lnSpc>
                <a:spcPct val="150000"/>
              </a:lnSpc>
              <a:buFont typeface="Arial" panose="020B0604020202020204" pitchFamily="34" charset="0"/>
              <a:buChar char="•"/>
            </a:pPr>
            <a:r>
              <a:rPr lang="en-US" altLang="zh-CN" sz="2800"/>
              <a:t>Easily added or removed without retraining</a:t>
            </a:r>
          </a:p>
          <a:p>
            <a:pPr marL="342900" indent="-342900">
              <a:lnSpc>
                <a:spcPct val="150000"/>
              </a:lnSpc>
              <a:buFont typeface="Arial" panose="020B0604020202020204" pitchFamily="34" charset="0"/>
              <a:buChar char="•"/>
            </a:pPr>
            <a:endParaRPr lang="en-US" altLang="zh-CN" sz="2800"/>
          </a:p>
          <a:p>
            <a:pPr marL="342900" indent="-342900">
              <a:lnSpc>
                <a:spcPct val="150000"/>
              </a:lnSpc>
              <a:buFont typeface="Arial" panose="020B0604020202020204" pitchFamily="34" charset="0"/>
              <a:buChar char="•"/>
            </a:pPr>
            <a:r>
              <a:rPr lang="en-US" altLang="zh-CN" sz="2800"/>
              <a:t>Compatible with black-box translation APIs</a:t>
            </a:r>
          </a:p>
          <a:p>
            <a:pPr marL="342900" indent="-342900">
              <a:lnSpc>
                <a:spcPct val="150000"/>
              </a:lnSpc>
              <a:buFont typeface="Arial" panose="020B0604020202020204" pitchFamily="34" charset="0"/>
              <a:buChar char="•"/>
            </a:pPr>
            <a:endParaRPr lang="en-US" altLang="zh-CN" sz="2800"/>
          </a:p>
          <a:p>
            <a:pPr marL="342900" indent="-342900">
              <a:lnSpc>
                <a:spcPct val="150000"/>
              </a:lnSpc>
              <a:buFont typeface="Arial" panose="020B0604020202020204" pitchFamily="34" charset="0"/>
              <a:buChar char="•"/>
            </a:pPr>
            <a:r>
              <a:rPr lang="en-US" altLang="zh-CN" sz="2800"/>
              <a:t>Key-based: Watermarks tied to specific tokens deterministically</a:t>
            </a:r>
            <a:endParaRPr lang="zh-CN" altLang="en-US" sz="2800"/>
          </a:p>
        </p:txBody>
      </p:sp>
    </p:spTree>
    <p:extLst>
      <p:ext uri="{BB962C8B-B14F-4D97-AF65-F5344CB8AC3E}">
        <p14:creationId xmlns:p14="http://schemas.microsoft.com/office/powerpoint/2010/main" val="4172769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0629C-2D3D-FB2F-1B24-CE99AFFA20FB}"/>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D2AC7989-5FA8-700E-CFAC-CDA63B6AF219}"/>
              </a:ext>
            </a:extLst>
          </p:cNvPr>
          <p:cNvSpPr/>
          <p:nvPr/>
        </p:nvSpPr>
        <p:spPr>
          <a:xfrm rot="11174285">
            <a:off x="-3662632" y="109475"/>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2A7B3D3D-A793-7878-1B69-8A8F2E5E6180}"/>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140B0DE9-8E68-6436-B982-9F09E68FB014}"/>
              </a:ext>
            </a:extLst>
          </p:cNvPr>
          <p:cNvSpPr/>
          <p:nvPr/>
        </p:nvSpPr>
        <p:spPr>
          <a:xfrm rot="11174285">
            <a:off x="-952203" y="958504"/>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4615CA24-7781-961F-8D35-2A5A164DD0EF}"/>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AB3D1DBF-5F3D-4040-B41E-83B6811FCC0B}"/>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06887998-4565-5C80-2D2A-C5732F972257}"/>
              </a:ext>
            </a:extLst>
          </p:cNvPr>
          <p:cNvCxnSpPr>
            <a:stCxn id="8" idx="1"/>
            <a:endCxn id="32" idx="5"/>
          </p:cNvCxnSpPr>
          <p:nvPr/>
        </p:nvCxnSpPr>
        <p:spPr>
          <a:xfrm>
            <a:off x="-3531845" y="252622"/>
            <a:ext cx="891498" cy="8862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F3D1FCD-E99D-8608-0C30-BDC8BEF1A7FD}"/>
              </a:ext>
            </a:extLst>
          </p:cNvPr>
          <p:cNvCxnSpPr>
            <a:cxnSpLocks/>
            <a:stCxn id="32" idx="4"/>
          </p:cNvCxnSpPr>
          <p:nvPr/>
        </p:nvCxnSpPr>
        <p:spPr>
          <a:xfrm flipV="1">
            <a:off x="-2597479" y="-66844"/>
            <a:ext cx="601844" cy="1193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A9589417-8894-2E05-7AAC-53A1DC8E9559}"/>
              </a:ext>
            </a:extLst>
          </p:cNvPr>
          <p:cNvSpPr/>
          <p:nvPr/>
        </p:nvSpPr>
        <p:spPr>
          <a:xfrm rot="11174285">
            <a:off x="-2662162" y="112606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FE5AC484-49A6-59A3-ABE2-BDA2846A5208}"/>
              </a:ext>
            </a:extLst>
          </p:cNvPr>
          <p:cNvCxnSpPr>
            <a:cxnSpLocks/>
            <a:stCxn id="12" idx="3"/>
          </p:cNvCxnSpPr>
          <p:nvPr/>
        </p:nvCxnSpPr>
        <p:spPr>
          <a:xfrm flipV="1">
            <a:off x="-777836" y="140922"/>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DAC9D23-8FFD-2D31-8C99-693F7B71408B}"/>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06E3FF13-0B3F-D1CD-8977-B80D2DBDC33C}"/>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20BEE58C-C331-EF90-9533-680A0E21FBBB}"/>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4E088A25-E1C6-54E7-BDA9-97635E4AB7C4}"/>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0029DF6A-84AC-6A53-436A-5B93CCF032D5}"/>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EA9DE0A-4BED-BBA5-764A-C083DD807C15}"/>
              </a:ext>
            </a:extLst>
          </p:cNvPr>
          <p:cNvCxnSpPr>
            <a:stCxn id="32" idx="2"/>
            <a:endCxn id="12" idx="6"/>
          </p:cNvCxnSpPr>
          <p:nvPr/>
        </p:nvCxnSpPr>
        <p:spPr>
          <a:xfrm flipV="1">
            <a:off x="-2545821" y="1045831"/>
            <a:ext cx="1594198" cy="1449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9924E671-E7FE-35CC-38AF-8FB5E9BF1155}"/>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C42DBE27-1962-9423-021F-D0E619FA0847}"/>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A6C82DD9-6870-7700-0969-C38ACF504978}"/>
              </a:ext>
            </a:extLst>
          </p:cNvPr>
          <p:cNvCxnSpPr>
            <a:stCxn id="14" idx="7"/>
            <a:endCxn id="12" idx="3"/>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A79B1F4F-1EF5-E3BC-9E98-45D14B0C6E96}"/>
              </a:ext>
            </a:extLst>
          </p:cNvPr>
          <p:cNvCxnSpPr>
            <a:cxnSpLocks/>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352A3F8A-F019-CF57-483E-A47A3A7C0AF7}"/>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3245F487-996E-9202-A74D-D3CCDBFBA0F2}"/>
              </a:ext>
            </a:extLst>
          </p:cNvPr>
          <p:cNvSpPr/>
          <p:nvPr/>
        </p:nvSpPr>
        <p:spPr>
          <a:xfrm rot="11174285">
            <a:off x="-2347993" y="21758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5E73D692-50FF-F348-9461-905F35568999}"/>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EACD2319-2EB0-AD2C-2434-143B07E915A0}"/>
              </a:ext>
            </a:extLst>
          </p:cNvPr>
          <p:cNvCxnSpPr>
            <a:cxnSpLocks/>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E6C1E67D-9FAF-BE2D-F4FB-9707A43511A5}"/>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31232BD5-3CB8-0406-E876-42DA03C32A8D}"/>
              </a:ext>
            </a:extLst>
          </p:cNvPr>
          <p:cNvCxnSpPr>
            <a:stCxn id="116" idx="2"/>
            <a:endCxn id="175" idx="6"/>
          </p:cNvCxnSpPr>
          <p:nvPr/>
        </p:nvCxnSpPr>
        <p:spPr>
          <a:xfrm flipV="1">
            <a:off x="-2122475" y="2104590"/>
            <a:ext cx="1892708" cy="196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26FEAE11-6321-1198-DCC1-B0BA12292F43}"/>
              </a:ext>
            </a:extLst>
          </p:cNvPr>
          <p:cNvCxnSpPr>
            <a:stCxn id="116" idx="4"/>
            <a:endCxn id="12" idx="7"/>
          </p:cNvCxnSpPr>
          <p:nvPr/>
        </p:nvCxnSpPr>
        <p:spPr>
          <a:xfrm flipV="1">
            <a:off x="-2222610" y="1117816"/>
            <a:ext cx="1291986" cy="1058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0270DA5A-2AC1-83AE-429F-D76700F2122B}"/>
              </a:ext>
            </a:extLst>
          </p:cNvPr>
          <p:cNvCxnSpPr>
            <a:stCxn id="116" idx="5"/>
            <a:endCxn id="32" idx="1"/>
          </p:cNvCxnSpPr>
          <p:nvPr/>
        </p:nvCxnSpPr>
        <p:spPr>
          <a:xfrm flipH="1" flipV="1">
            <a:off x="-2567291" y="1229902"/>
            <a:ext cx="261585" cy="9708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A3C48D74-B9FE-B818-A48C-AD6B191BCF36}"/>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946EC3EA-7C98-F743-63FD-4AA31D68F378}"/>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57F107C4-224E-6EA0-6137-99C160DA3514}"/>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757C7889-C296-5ECA-5FEE-54AD9029967D}"/>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A683DBCE-D24B-4ED7-6B22-B69A530397F5}"/>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C936551E-247A-D652-BE0F-AFCA467694CD}"/>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3D4D3F78-EE97-E233-4C4D-2298B149C45A}"/>
              </a:ext>
            </a:extLst>
          </p:cNvPr>
          <p:cNvCxnSpPr>
            <a:stCxn id="12" idx="2"/>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1BC40E1E-8244-92E7-CBA4-72ED83B8A793}"/>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9B8CA7E3-5407-9D64-4AD0-53E3C8775749}"/>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19DD3907-0FB0-9D8C-40D6-64B361AE4450}"/>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F2F7FF6A-7E01-F2C6-D398-D846E3FA9E72}"/>
              </a:ext>
            </a:extLst>
          </p:cNvPr>
          <p:cNvCxnSpPr>
            <a:stCxn id="175" idx="6"/>
            <a:endCxn id="12" idx="1"/>
          </p:cNvCxnSpPr>
          <p:nvPr/>
        </p:nvCxnSpPr>
        <p:spPr>
          <a:xfrm flipH="1" flipV="1">
            <a:off x="-792891" y="1132871"/>
            <a:ext cx="563124" cy="9717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E033C6DE-E13C-B7B8-2232-F8F9664D9234}"/>
              </a:ext>
            </a:extLst>
          </p:cNvPr>
          <p:cNvCxnSpPr>
            <a:cxnSpLocks/>
            <a:stCxn id="8" idx="3"/>
          </p:cNvCxnSpPr>
          <p:nvPr/>
        </p:nvCxnSpPr>
        <p:spPr>
          <a:xfrm flipV="1">
            <a:off x="-3519485" y="-191557"/>
            <a:ext cx="1423715" cy="3311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D83C9AAF-65FD-BB69-14C4-BAB3B0A54013}"/>
              </a:ext>
            </a:extLst>
          </p:cNvPr>
          <p:cNvCxnSpPr>
            <a:cxnSpLocks/>
            <a:stCxn id="8" idx="3"/>
          </p:cNvCxnSpPr>
          <p:nvPr/>
        </p:nvCxnSpPr>
        <p:spPr>
          <a:xfrm flipV="1">
            <a:off x="-3519485" y="-1466504"/>
            <a:ext cx="760736" cy="1606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4579F7DA-D612-6159-63B9-D0A0D73E5E08}"/>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15E1ED5B-2835-1CA9-90E7-80D84B08C728}"/>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4CD28892-196B-E185-80F0-BADFFCF654D2}"/>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5BF72684-1752-5687-BF76-F4A74DAD26DA}"/>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8C83CA93-5025-4CEE-816F-EBA8D07A2E99}"/>
              </a:ext>
            </a:extLst>
          </p:cNvPr>
          <p:cNvCxnSpPr>
            <a:cxnSpLocks/>
            <a:endCxn id="32" idx="2"/>
          </p:cNvCxnSpPr>
          <p:nvPr/>
        </p:nvCxnSpPr>
        <p:spPr>
          <a:xfrm flipH="1">
            <a:off x="-2545821" y="84533"/>
            <a:ext cx="1886469" cy="1106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24CFA5BD-B305-4302-0720-AAFADEBD054D}"/>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CABF0C58-8556-C4E1-27F7-BCF5BD2608FF}"/>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675F8D05-E952-532D-2672-0BEBC7090963}"/>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B42EA2F4-AFC7-2248-1EC3-A67F3307138C}"/>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AD2C9A50-860D-2E1F-3404-7863B42819CE}"/>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E097464F-11D0-7540-96B0-74DA08AD0681}"/>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74EDAFB7-BEBB-2850-865B-D836FC8498A8}"/>
              </a:ext>
            </a:extLst>
          </p:cNvPr>
          <p:cNvSpPr txBox="1"/>
          <p:nvPr/>
        </p:nvSpPr>
        <p:spPr>
          <a:xfrm>
            <a:off x="306989" y="220218"/>
            <a:ext cx="11813899" cy="707886"/>
          </a:xfrm>
          <a:prstGeom prst="rect">
            <a:avLst/>
          </a:prstGeom>
          <a:noFill/>
        </p:spPr>
        <p:txBody>
          <a:bodyPr wrap="square" rtlCol="0">
            <a:spAutoFit/>
          </a:bodyPr>
          <a:lstStyle/>
          <a:p>
            <a:pPr algn="ctr"/>
            <a:r>
              <a:rPr lang="en-US" altLang="zh-CN" sz="4000"/>
              <a:t>Work in Progress…</a:t>
            </a:r>
            <a:endParaRPr lang="zh-CN" altLang="en-US" sz="4000"/>
          </a:p>
        </p:txBody>
      </p:sp>
      <p:sp>
        <p:nvSpPr>
          <p:cNvPr id="6" name="文本框 5">
            <a:extLst>
              <a:ext uri="{FF2B5EF4-FFF2-40B4-BE49-F238E27FC236}">
                <a16:creationId xmlns:a16="http://schemas.microsoft.com/office/drawing/2014/main" id="{7F50CA6E-0F02-9BF6-7C66-DE875F492F66}"/>
              </a:ext>
            </a:extLst>
          </p:cNvPr>
          <p:cNvSpPr txBox="1"/>
          <p:nvPr/>
        </p:nvSpPr>
        <p:spPr>
          <a:xfrm>
            <a:off x="1163479" y="1017217"/>
            <a:ext cx="10004506" cy="3901837"/>
          </a:xfrm>
          <a:prstGeom prst="rect">
            <a:avLst/>
          </a:prstGeom>
          <a:noFill/>
        </p:spPr>
        <p:txBody>
          <a:bodyPr wrap="square" rtlCol="0">
            <a:spAutoFit/>
          </a:bodyPr>
          <a:lstStyle/>
          <a:p>
            <a:pPr>
              <a:lnSpc>
                <a:spcPct val="150000"/>
              </a:lnSpc>
            </a:pPr>
            <a:endParaRPr lang="en-US" altLang="zh-CN" sz="2400"/>
          </a:p>
          <a:p>
            <a:pPr>
              <a:lnSpc>
                <a:spcPct val="150000"/>
              </a:lnSpc>
            </a:pPr>
            <a:r>
              <a:rPr lang="en-US" altLang="zh-CN" sz="2400"/>
              <a:t>Which watermark module?</a:t>
            </a:r>
          </a:p>
          <a:p>
            <a:pPr>
              <a:lnSpc>
                <a:spcPct val="150000"/>
              </a:lnSpc>
            </a:pPr>
            <a:r>
              <a:rPr lang="en-US" altLang="zh-CN" sz="2400"/>
              <a:t>Candidates: “</a:t>
            </a:r>
            <a:r>
              <a:rPr lang="en-US" altLang="zh-CN" sz="2400" i="1"/>
              <a:t>Embarassingly Easy Watermark</a:t>
            </a:r>
            <a:r>
              <a:rPr lang="en-US" altLang="zh-CN" sz="2400"/>
              <a:t>”</a:t>
            </a:r>
          </a:p>
          <a:p>
            <a:pPr>
              <a:lnSpc>
                <a:spcPct val="150000"/>
              </a:lnSpc>
            </a:pPr>
            <a:endParaRPr lang="en-US" altLang="zh-CN" sz="2400"/>
          </a:p>
          <a:p>
            <a:pPr>
              <a:lnSpc>
                <a:spcPct val="150000"/>
              </a:lnSpc>
            </a:pPr>
            <a:r>
              <a:rPr lang="en-US" altLang="zh-CN" sz="2400"/>
              <a:t>“</a:t>
            </a:r>
            <a:r>
              <a:rPr lang="en-US" altLang="zh-CN" sz="2400" i="1"/>
              <a:t>A Watermark for Large Language Models</a:t>
            </a:r>
            <a:r>
              <a:rPr lang="en-US" altLang="zh-CN" sz="2400"/>
              <a:t>”</a:t>
            </a:r>
          </a:p>
          <a:p>
            <a:pPr>
              <a:lnSpc>
                <a:spcPct val="150000"/>
              </a:lnSpc>
            </a:pPr>
            <a:endParaRPr lang="en-US" altLang="zh-CN" sz="2400"/>
          </a:p>
          <a:p>
            <a:pPr>
              <a:lnSpc>
                <a:spcPct val="150000"/>
              </a:lnSpc>
            </a:pPr>
            <a:r>
              <a:rPr lang="en-US" altLang="zh-CN" sz="2400"/>
              <a:t>“</a:t>
            </a:r>
            <a:r>
              <a:rPr lang="en-US" altLang="zh-CN" sz="2400" i="1"/>
              <a:t>Adaptive Text Watermark for Large Language Models</a:t>
            </a:r>
            <a:r>
              <a:rPr lang="en-US" altLang="zh-CN" sz="2400"/>
              <a:t>”</a:t>
            </a:r>
            <a:endParaRPr lang="zh-CN" altLang="en-US" sz="2400"/>
          </a:p>
        </p:txBody>
      </p:sp>
    </p:spTree>
    <p:extLst>
      <p:ext uri="{BB962C8B-B14F-4D97-AF65-F5344CB8AC3E}">
        <p14:creationId xmlns:p14="http://schemas.microsoft.com/office/powerpoint/2010/main" val="803413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79E59-B165-1D72-52F7-E691C7D0988B}"/>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9A9A8900-9E66-F756-6B89-3734C0C8DA76}"/>
              </a:ext>
            </a:extLst>
          </p:cNvPr>
          <p:cNvSpPr/>
          <p:nvPr/>
        </p:nvSpPr>
        <p:spPr>
          <a:xfrm rot="11174285">
            <a:off x="-3662632" y="109475"/>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1247580-3931-5F7B-5B31-27F69F313C91}"/>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E6D49F41-DF27-F6A6-42A6-3BB88B1520E3}"/>
              </a:ext>
            </a:extLst>
          </p:cNvPr>
          <p:cNvSpPr/>
          <p:nvPr/>
        </p:nvSpPr>
        <p:spPr>
          <a:xfrm rot="11174285">
            <a:off x="-952203" y="958504"/>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D4EA8AA1-C40F-7FA7-A27D-6196375E592C}"/>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D17A9C2C-3826-DFF5-D62C-0927B9ED15ED}"/>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6893F890-9B1B-AF04-367D-DF8BDAC11F98}"/>
              </a:ext>
            </a:extLst>
          </p:cNvPr>
          <p:cNvCxnSpPr>
            <a:stCxn id="8" idx="1"/>
            <a:endCxn id="32" idx="5"/>
          </p:cNvCxnSpPr>
          <p:nvPr/>
        </p:nvCxnSpPr>
        <p:spPr>
          <a:xfrm>
            <a:off x="-3531845" y="252622"/>
            <a:ext cx="891498" cy="8862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55001AA6-F468-B270-DAB5-DE911674556C}"/>
              </a:ext>
            </a:extLst>
          </p:cNvPr>
          <p:cNvCxnSpPr>
            <a:cxnSpLocks/>
            <a:stCxn id="32" idx="4"/>
          </p:cNvCxnSpPr>
          <p:nvPr/>
        </p:nvCxnSpPr>
        <p:spPr>
          <a:xfrm flipV="1">
            <a:off x="-2597479" y="-66844"/>
            <a:ext cx="601844" cy="1193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B690B1B5-26E3-299B-E4F7-FF28182859EF}"/>
              </a:ext>
            </a:extLst>
          </p:cNvPr>
          <p:cNvSpPr/>
          <p:nvPr/>
        </p:nvSpPr>
        <p:spPr>
          <a:xfrm rot="11174285">
            <a:off x="-2662162" y="112606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90536DEB-31FF-D8C3-50C5-8B33498E520F}"/>
              </a:ext>
            </a:extLst>
          </p:cNvPr>
          <p:cNvCxnSpPr>
            <a:cxnSpLocks/>
            <a:stCxn id="12" idx="3"/>
          </p:cNvCxnSpPr>
          <p:nvPr/>
        </p:nvCxnSpPr>
        <p:spPr>
          <a:xfrm flipV="1">
            <a:off x="-777836" y="140922"/>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25B4DD53-5366-6586-E0CF-3832B2D38BBB}"/>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A4499D6-2698-5139-0E3E-8DEAC925F534}"/>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FC6DC85A-9BA3-C6FA-870F-D92A13C1EEB4}"/>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B4583E54-4178-25DD-1EE2-0734DD538E2B}"/>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B6F7410-8623-26B7-AB6F-3FC0F68EE1D7}"/>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7ED44931-2923-3A5C-D845-1EBB3A142186}"/>
              </a:ext>
            </a:extLst>
          </p:cNvPr>
          <p:cNvCxnSpPr>
            <a:stCxn id="32" idx="2"/>
            <a:endCxn id="12" idx="6"/>
          </p:cNvCxnSpPr>
          <p:nvPr/>
        </p:nvCxnSpPr>
        <p:spPr>
          <a:xfrm flipV="1">
            <a:off x="-2545821" y="1045831"/>
            <a:ext cx="1594198" cy="1449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80AE8E32-9E72-67D7-2E70-796AD6BF4190}"/>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847F475E-676D-41DC-9DC9-B10575CE07A7}"/>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525B8420-4089-7FC0-B035-79AAECF47623}"/>
              </a:ext>
            </a:extLst>
          </p:cNvPr>
          <p:cNvCxnSpPr>
            <a:stCxn id="14" idx="7"/>
            <a:endCxn id="12" idx="3"/>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B54DD1D9-77AB-8D55-810D-51F553800BDB}"/>
              </a:ext>
            </a:extLst>
          </p:cNvPr>
          <p:cNvCxnSpPr>
            <a:cxnSpLocks/>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6DA749B-BFA1-625E-C748-B77FC2DEFA12}"/>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4CF8425F-4309-87B2-EA02-70AC3BEC2254}"/>
              </a:ext>
            </a:extLst>
          </p:cNvPr>
          <p:cNvSpPr/>
          <p:nvPr/>
        </p:nvSpPr>
        <p:spPr>
          <a:xfrm rot="11174285">
            <a:off x="-2347993" y="21758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83A77A37-2D4F-FF6D-E17D-10926BD1EF3E}"/>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0C875502-E279-1EB6-ED17-27AB112970BF}"/>
              </a:ext>
            </a:extLst>
          </p:cNvPr>
          <p:cNvCxnSpPr>
            <a:cxnSpLocks/>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DD7663CF-C964-4CB5-2579-33FA34DF1355}"/>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ABCAD476-C2D5-3F36-81B4-020410CB69B1}"/>
              </a:ext>
            </a:extLst>
          </p:cNvPr>
          <p:cNvCxnSpPr>
            <a:stCxn id="116" idx="2"/>
            <a:endCxn id="175" idx="6"/>
          </p:cNvCxnSpPr>
          <p:nvPr/>
        </p:nvCxnSpPr>
        <p:spPr>
          <a:xfrm flipV="1">
            <a:off x="-2122475" y="2104590"/>
            <a:ext cx="1892708" cy="196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7B7B7767-7769-6129-18C6-6AFA2906ABC8}"/>
              </a:ext>
            </a:extLst>
          </p:cNvPr>
          <p:cNvCxnSpPr>
            <a:stCxn id="116" idx="4"/>
            <a:endCxn id="12" idx="7"/>
          </p:cNvCxnSpPr>
          <p:nvPr/>
        </p:nvCxnSpPr>
        <p:spPr>
          <a:xfrm flipV="1">
            <a:off x="-2222610" y="1117816"/>
            <a:ext cx="1291986" cy="1058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78A0C9EC-E0AA-C3F7-100F-D832A2AB2B6D}"/>
              </a:ext>
            </a:extLst>
          </p:cNvPr>
          <p:cNvCxnSpPr>
            <a:stCxn id="116" idx="5"/>
            <a:endCxn id="32" idx="1"/>
          </p:cNvCxnSpPr>
          <p:nvPr/>
        </p:nvCxnSpPr>
        <p:spPr>
          <a:xfrm flipH="1" flipV="1">
            <a:off x="-2567291" y="1229902"/>
            <a:ext cx="261585" cy="9708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BD624104-F0F0-827A-9BE9-FA8B7F164EFE}"/>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D33E2F22-29CC-AC52-3A62-32074E2D4AD7}"/>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137D581F-462B-CBA4-3F1A-EBF76BB5E2A1}"/>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35280608-F078-B949-5EEB-A717634947F8}"/>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64AFACAB-8ECF-1671-BF7E-004DB9B33CF6}"/>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FE969D36-804D-B55D-0CBE-2AE90FFC5808}"/>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DC484F6A-538F-0B84-94EC-EC9E0D70D449}"/>
              </a:ext>
            </a:extLst>
          </p:cNvPr>
          <p:cNvCxnSpPr>
            <a:stCxn id="12" idx="2"/>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916121C3-9E36-0091-161B-D24B29F700BE}"/>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AD10C328-DEA9-B691-BEB0-D457745D11A5}"/>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C5911F39-93AE-EC55-6301-1FEA6E63E471}"/>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9F192284-74B5-D03B-0464-D6A4ACCB8042}"/>
              </a:ext>
            </a:extLst>
          </p:cNvPr>
          <p:cNvCxnSpPr>
            <a:stCxn id="175" idx="6"/>
            <a:endCxn id="12" idx="1"/>
          </p:cNvCxnSpPr>
          <p:nvPr/>
        </p:nvCxnSpPr>
        <p:spPr>
          <a:xfrm flipH="1" flipV="1">
            <a:off x="-792891" y="1132871"/>
            <a:ext cx="563124" cy="9717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2AC5D0B2-8666-1BC3-7999-3245DA154F36}"/>
              </a:ext>
            </a:extLst>
          </p:cNvPr>
          <p:cNvCxnSpPr>
            <a:cxnSpLocks/>
            <a:stCxn id="8" idx="3"/>
          </p:cNvCxnSpPr>
          <p:nvPr/>
        </p:nvCxnSpPr>
        <p:spPr>
          <a:xfrm flipV="1">
            <a:off x="-3519485" y="-191557"/>
            <a:ext cx="1423715" cy="3311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3ED5D2D1-5381-BEC8-2D2B-3D312B4EFA65}"/>
              </a:ext>
            </a:extLst>
          </p:cNvPr>
          <p:cNvCxnSpPr>
            <a:cxnSpLocks/>
            <a:stCxn id="8" idx="3"/>
          </p:cNvCxnSpPr>
          <p:nvPr/>
        </p:nvCxnSpPr>
        <p:spPr>
          <a:xfrm flipV="1">
            <a:off x="-3519485" y="-1466504"/>
            <a:ext cx="760736" cy="1606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BE06D8DA-7C91-4770-1EEB-AB4AF0E9A40B}"/>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D11EFAD2-BBEE-4B49-DB99-5ED28FB326EA}"/>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28FD1781-A957-D2CE-BEF8-28897085CC03}"/>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81EC4172-B378-24E4-0348-04E2473D2A3F}"/>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FF560FE6-8AEE-473C-8A68-9D4F44DBC68A}"/>
              </a:ext>
            </a:extLst>
          </p:cNvPr>
          <p:cNvCxnSpPr>
            <a:cxnSpLocks/>
            <a:endCxn id="32" idx="2"/>
          </p:cNvCxnSpPr>
          <p:nvPr/>
        </p:nvCxnSpPr>
        <p:spPr>
          <a:xfrm flipH="1">
            <a:off x="-2545821" y="84533"/>
            <a:ext cx="1886469" cy="1106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EBAB20BB-F198-D8B7-8126-65097BFBA742}"/>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9313FFDE-8E3B-07D2-3465-C23B7A1E6804}"/>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E0F42AB6-66B3-5184-E7EF-634E4B79043E}"/>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0E02C06E-1603-6229-4E73-2E1335A5082D}"/>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5A92BA7A-3C2A-90DF-AFB0-1309866D7A4B}"/>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F5394B0D-E5BE-B0B3-97D3-6CC5AADE0187}"/>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F0F5B47D-35EE-8995-84E6-10F7C6AC6A8A}"/>
              </a:ext>
            </a:extLst>
          </p:cNvPr>
          <p:cNvSpPr txBox="1"/>
          <p:nvPr/>
        </p:nvSpPr>
        <p:spPr>
          <a:xfrm>
            <a:off x="306989" y="220218"/>
            <a:ext cx="11813899" cy="707886"/>
          </a:xfrm>
          <a:prstGeom prst="rect">
            <a:avLst/>
          </a:prstGeom>
          <a:noFill/>
        </p:spPr>
        <p:txBody>
          <a:bodyPr wrap="square" rtlCol="0">
            <a:spAutoFit/>
          </a:bodyPr>
          <a:lstStyle/>
          <a:p>
            <a:pPr algn="ctr"/>
            <a:r>
              <a:rPr lang="en-US" altLang="zh-CN" sz="4000"/>
              <a:t>Work in Progress…</a:t>
            </a:r>
            <a:endParaRPr lang="zh-CN" altLang="en-US" sz="4000"/>
          </a:p>
        </p:txBody>
      </p:sp>
      <p:sp>
        <p:nvSpPr>
          <p:cNvPr id="6" name="文本框 5">
            <a:extLst>
              <a:ext uri="{FF2B5EF4-FFF2-40B4-BE49-F238E27FC236}">
                <a16:creationId xmlns:a16="http://schemas.microsoft.com/office/drawing/2014/main" id="{D5AEFD31-67FC-7850-953D-5B3820BA7FB6}"/>
              </a:ext>
            </a:extLst>
          </p:cNvPr>
          <p:cNvSpPr txBox="1"/>
          <p:nvPr/>
        </p:nvSpPr>
        <p:spPr>
          <a:xfrm>
            <a:off x="1163479" y="1017217"/>
            <a:ext cx="10004506" cy="3901837"/>
          </a:xfrm>
          <a:prstGeom prst="rect">
            <a:avLst/>
          </a:prstGeom>
          <a:noFill/>
        </p:spPr>
        <p:txBody>
          <a:bodyPr wrap="square" rtlCol="0">
            <a:spAutoFit/>
          </a:bodyPr>
          <a:lstStyle/>
          <a:p>
            <a:pPr>
              <a:lnSpc>
                <a:spcPct val="150000"/>
              </a:lnSpc>
            </a:pPr>
            <a:endParaRPr lang="en-US" altLang="zh-CN" sz="2400"/>
          </a:p>
          <a:p>
            <a:pPr>
              <a:lnSpc>
                <a:spcPct val="150000"/>
              </a:lnSpc>
            </a:pPr>
            <a:r>
              <a:rPr lang="en-US" altLang="zh-CN" sz="2400"/>
              <a:t>Which watermark module?</a:t>
            </a:r>
          </a:p>
          <a:p>
            <a:pPr>
              <a:lnSpc>
                <a:spcPct val="150000"/>
              </a:lnSpc>
            </a:pPr>
            <a:r>
              <a:rPr lang="en-US" altLang="zh-CN" sz="2400"/>
              <a:t>Candidates: “</a:t>
            </a:r>
            <a:r>
              <a:rPr lang="en-US" altLang="zh-CN" sz="2400" i="1"/>
              <a:t>Embarassingly Easy Watermark</a:t>
            </a:r>
            <a:r>
              <a:rPr lang="en-US" altLang="zh-CN" sz="2400"/>
              <a:t>”</a:t>
            </a:r>
          </a:p>
          <a:p>
            <a:pPr>
              <a:lnSpc>
                <a:spcPct val="150000"/>
              </a:lnSpc>
            </a:pPr>
            <a:endParaRPr lang="en-US" altLang="zh-CN" sz="2400"/>
          </a:p>
          <a:p>
            <a:pPr>
              <a:lnSpc>
                <a:spcPct val="150000"/>
              </a:lnSpc>
            </a:pPr>
            <a:r>
              <a:rPr lang="en-US" altLang="zh-CN" sz="2400"/>
              <a:t>“</a:t>
            </a:r>
            <a:r>
              <a:rPr lang="en-US" altLang="zh-CN" sz="2400" i="1"/>
              <a:t>A Watermark for Large Language Models</a:t>
            </a:r>
            <a:r>
              <a:rPr lang="en-US" altLang="zh-CN" sz="2400"/>
              <a:t>”</a:t>
            </a:r>
          </a:p>
          <a:p>
            <a:pPr>
              <a:lnSpc>
                <a:spcPct val="150000"/>
              </a:lnSpc>
            </a:pPr>
            <a:endParaRPr lang="en-US" altLang="zh-CN" sz="2400"/>
          </a:p>
          <a:p>
            <a:pPr>
              <a:lnSpc>
                <a:spcPct val="150000"/>
              </a:lnSpc>
            </a:pPr>
            <a:r>
              <a:rPr lang="en-US" altLang="zh-CN" sz="2400"/>
              <a:t>“</a:t>
            </a:r>
            <a:r>
              <a:rPr lang="en-US" altLang="zh-CN" sz="2400" i="1"/>
              <a:t>Adaptive Text Watermark for Large Language Models</a:t>
            </a:r>
            <a:r>
              <a:rPr lang="en-US" altLang="zh-CN" sz="2400"/>
              <a:t>”</a:t>
            </a:r>
            <a:endParaRPr lang="zh-CN" altLang="en-US" sz="2400"/>
          </a:p>
        </p:txBody>
      </p:sp>
      <p:pic>
        <p:nvPicPr>
          <p:cNvPr id="4" name="图片 3">
            <a:extLst>
              <a:ext uri="{FF2B5EF4-FFF2-40B4-BE49-F238E27FC236}">
                <a16:creationId xmlns:a16="http://schemas.microsoft.com/office/drawing/2014/main" id="{545248FD-7BF3-9BD6-10FB-EB65AB97AF65}"/>
              </a:ext>
            </a:extLst>
          </p:cNvPr>
          <p:cNvPicPr>
            <a:picLocks noChangeAspect="1"/>
          </p:cNvPicPr>
          <p:nvPr/>
        </p:nvPicPr>
        <p:blipFill>
          <a:blip r:embed="rId3"/>
          <a:stretch>
            <a:fillRect/>
          </a:stretch>
        </p:blipFill>
        <p:spPr>
          <a:xfrm>
            <a:off x="1163479" y="3516113"/>
            <a:ext cx="10437971" cy="2343492"/>
          </a:xfrm>
          <a:prstGeom prst="rect">
            <a:avLst/>
          </a:prstGeom>
        </p:spPr>
      </p:pic>
    </p:spTree>
    <p:extLst>
      <p:ext uri="{BB962C8B-B14F-4D97-AF65-F5344CB8AC3E}">
        <p14:creationId xmlns:p14="http://schemas.microsoft.com/office/powerpoint/2010/main" val="1745689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74E22-2D67-0655-7333-30BA9474DB6C}"/>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EB928388-835E-8DB7-7229-4EAB218E20AD}"/>
              </a:ext>
            </a:extLst>
          </p:cNvPr>
          <p:cNvSpPr/>
          <p:nvPr/>
        </p:nvSpPr>
        <p:spPr>
          <a:xfrm rot="11174285">
            <a:off x="-3662632" y="109475"/>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CD2AAC3E-9028-3C78-BB80-1D3322FBDDE4}"/>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36216FEF-8E4C-6D3D-505C-F58FB0936077}"/>
              </a:ext>
            </a:extLst>
          </p:cNvPr>
          <p:cNvSpPr/>
          <p:nvPr/>
        </p:nvSpPr>
        <p:spPr>
          <a:xfrm rot="11174285">
            <a:off x="-952203" y="958504"/>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95A665AB-2F8B-92D7-2C79-DCC07D921BF5}"/>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9D88BD65-F2DB-5AEA-B74D-BA9EC891E3B4}"/>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2395DFE5-B871-2BDA-DE7F-63C0EFDBA383}"/>
              </a:ext>
            </a:extLst>
          </p:cNvPr>
          <p:cNvCxnSpPr>
            <a:stCxn id="8" idx="1"/>
            <a:endCxn id="32" idx="5"/>
          </p:cNvCxnSpPr>
          <p:nvPr/>
        </p:nvCxnSpPr>
        <p:spPr>
          <a:xfrm>
            <a:off x="-3531845" y="252622"/>
            <a:ext cx="891498" cy="8862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3AE101F-2388-FF12-8F9D-93E485FA8E7F}"/>
              </a:ext>
            </a:extLst>
          </p:cNvPr>
          <p:cNvCxnSpPr>
            <a:cxnSpLocks/>
            <a:stCxn id="32" idx="4"/>
          </p:cNvCxnSpPr>
          <p:nvPr/>
        </p:nvCxnSpPr>
        <p:spPr>
          <a:xfrm flipV="1">
            <a:off x="-2597479" y="-66844"/>
            <a:ext cx="601844" cy="1193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3DF995D2-49F5-177F-57EC-E31AF2D20014}"/>
              </a:ext>
            </a:extLst>
          </p:cNvPr>
          <p:cNvSpPr/>
          <p:nvPr/>
        </p:nvSpPr>
        <p:spPr>
          <a:xfrm rot="11174285">
            <a:off x="-2662162" y="112606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F3026BAD-197C-919E-572E-076D958851AF}"/>
              </a:ext>
            </a:extLst>
          </p:cNvPr>
          <p:cNvCxnSpPr>
            <a:cxnSpLocks/>
            <a:stCxn id="12" idx="3"/>
          </p:cNvCxnSpPr>
          <p:nvPr/>
        </p:nvCxnSpPr>
        <p:spPr>
          <a:xfrm flipV="1">
            <a:off x="-777836" y="140922"/>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0500AB5-A7CA-1CC3-4E6A-ACAAC2CEE71A}"/>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F183D4C-3EFF-827B-B79C-CB58A24DDB3A}"/>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10F3691-CCE0-0E7E-C37A-3845631032EA}"/>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A1AE1F8E-E42C-9238-83DC-2557225BC6B1}"/>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BF62B181-E0C1-6F7C-B4FC-D2D4673AAF2E}"/>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32C4EA86-4BF4-2F7D-97D6-3B4537AE75FC}"/>
              </a:ext>
            </a:extLst>
          </p:cNvPr>
          <p:cNvCxnSpPr>
            <a:stCxn id="32" idx="2"/>
            <a:endCxn id="12" idx="6"/>
          </p:cNvCxnSpPr>
          <p:nvPr/>
        </p:nvCxnSpPr>
        <p:spPr>
          <a:xfrm flipV="1">
            <a:off x="-2545821" y="1045831"/>
            <a:ext cx="1594198" cy="1449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E4996152-7110-161C-0C84-BE6D073394B7}"/>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6DC6109C-A218-49BB-9919-44D2FC32BAF2}"/>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342563E1-AA02-A457-FBBA-3E00EA141405}"/>
              </a:ext>
            </a:extLst>
          </p:cNvPr>
          <p:cNvCxnSpPr>
            <a:stCxn id="14" idx="7"/>
            <a:endCxn id="12" idx="3"/>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9B7261DD-9E17-AB06-B3BF-512795850543}"/>
              </a:ext>
            </a:extLst>
          </p:cNvPr>
          <p:cNvCxnSpPr>
            <a:cxnSpLocks/>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9CD311BC-D182-30E1-FB8A-CF0BFFC86E93}"/>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8E26171F-C057-1587-1C9E-58A62B8F4034}"/>
              </a:ext>
            </a:extLst>
          </p:cNvPr>
          <p:cNvSpPr/>
          <p:nvPr/>
        </p:nvSpPr>
        <p:spPr>
          <a:xfrm rot="11174285">
            <a:off x="-2347993" y="21758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BE951EB9-1FBD-B780-AE0E-ECC6CC6EB51C}"/>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30C0B118-9824-229E-E84C-411C13903E67}"/>
              </a:ext>
            </a:extLst>
          </p:cNvPr>
          <p:cNvCxnSpPr>
            <a:cxnSpLocks/>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51F0F25F-E9DD-CDF7-49B9-4ABC03E555EA}"/>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821D516E-A532-9030-EE4D-E71ECE0FABF9}"/>
              </a:ext>
            </a:extLst>
          </p:cNvPr>
          <p:cNvCxnSpPr>
            <a:stCxn id="116" idx="2"/>
            <a:endCxn id="175" idx="6"/>
          </p:cNvCxnSpPr>
          <p:nvPr/>
        </p:nvCxnSpPr>
        <p:spPr>
          <a:xfrm flipV="1">
            <a:off x="-2122475" y="2104590"/>
            <a:ext cx="1892708" cy="196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D4BC4E1A-96AB-01C2-FF90-52F82CA72D11}"/>
              </a:ext>
            </a:extLst>
          </p:cNvPr>
          <p:cNvCxnSpPr>
            <a:stCxn id="116" idx="4"/>
            <a:endCxn id="12" idx="7"/>
          </p:cNvCxnSpPr>
          <p:nvPr/>
        </p:nvCxnSpPr>
        <p:spPr>
          <a:xfrm flipV="1">
            <a:off x="-2222610" y="1117816"/>
            <a:ext cx="1291986" cy="1058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AC6C2AA0-393A-A69B-81D0-B0AA15C8D9AB}"/>
              </a:ext>
            </a:extLst>
          </p:cNvPr>
          <p:cNvCxnSpPr>
            <a:stCxn id="116" idx="5"/>
            <a:endCxn id="32" idx="1"/>
          </p:cNvCxnSpPr>
          <p:nvPr/>
        </p:nvCxnSpPr>
        <p:spPr>
          <a:xfrm flipH="1" flipV="1">
            <a:off x="-2567291" y="1229902"/>
            <a:ext cx="261585" cy="9708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9B8BE78E-FC9F-3560-2C77-32CF2D185478}"/>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C5C2E054-A7DF-F51B-4EB3-03C320014CCE}"/>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960DEEDD-95D6-B84A-CD74-FCF7B1257189}"/>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83397EA0-AA02-5597-A2EA-43F47F286E1B}"/>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EE580C28-24BE-B349-9F20-BAC95A7A0DBC}"/>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8995AB80-FB0F-AABF-05FF-70AFACACA5CF}"/>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F852614D-A946-997F-81CF-5793D428DBEF}"/>
              </a:ext>
            </a:extLst>
          </p:cNvPr>
          <p:cNvCxnSpPr>
            <a:stCxn id="12" idx="2"/>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271570C8-1EB5-A66A-FB0B-6EB6CCE1080E}"/>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DB966C7A-7CE4-1AA8-D82F-A719F75D1976}"/>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2F5CD23E-F101-FDBA-9D48-E12FB703C831}"/>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98A5E22C-1D94-976B-17E4-088CA8142E00}"/>
              </a:ext>
            </a:extLst>
          </p:cNvPr>
          <p:cNvCxnSpPr>
            <a:stCxn id="175" idx="6"/>
            <a:endCxn id="12" idx="1"/>
          </p:cNvCxnSpPr>
          <p:nvPr/>
        </p:nvCxnSpPr>
        <p:spPr>
          <a:xfrm flipH="1" flipV="1">
            <a:off x="-792891" y="1132871"/>
            <a:ext cx="563124" cy="9717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CBAADE0E-F4E2-594C-3C11-1D50D7D1ED2A}"/>
              </a:ext>
            </a:extLst>
          </p:cNvPr>
          <p:cNvCxnSpPr>
            <a:cxnSpLocks/>
            <a:stCxn id="8" idx="3"/>
          </p:cNvCxnSpPr>
          <p:nvPr/>
        </p:nvCxnSpPr>
        <p:spPr>
          <a:xfrm flipV="1">
            <a:off x="-3519485" y="-191557"/>
            <a:ext cx="1423715" cy="3311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E6E5903C-B4D2-14C9-784B-C9E113726819}"/>
              </a:ext>
            </a:extLst>
          </p:cNvPr>
          <p:cNvCxnSpPr>
            <a:cxnSpLocks/>
            <a:stCxn id="8" idx="3"/>
          </p:cNvCxnSpPr>
          <p:nvPr/>
        </p:nvCxnSpPr>
        <p:spPr>
          <a:xfrm flipV="1">
            <a:off x="-3519485" y="-1466504"/>
            <a:ext cx="760736" cy="1606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DE061690-245B-9E62-1C9D-A284E13A68B7}"/>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530EABA6-05D6-F816-4E35-683AB7ACAC20}"/>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49AB8CCD-9A75-A376-1384-786C2A4A99FA}"/>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647A99AA-9314-5F00-868F-52EAE699A558}"/>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15A90C9E-B4F0-9222-6C8D-115F2D15354A}"/>
              </a:ext>
            </a:extLst>
          </p:cNvPr>
          <p:cNvCxnSpPr>
            <a:cxnSpLocks/>
            <a:endCxn id="32" idx="2"/>
          </p:cNvCxnSpPr>
          <p:nvPr/>
        </p:nvCxnSpPr>
        <p:spPr>
          <a:xfrm flipH="1">
            <a:off x="-2545821" y="84533"/>
            <a:ext cx="1886469" cy="1106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99B4986D-57C7-F259-7C22-065169E2ACCE}"/>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483E9349-3DE5-9105-5A34-E303EFBAD2C7}"/>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9C000914-6457-A477-955A-48698388B937}"/>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DB9A9D6F-BF82-01FD-AC69-E5987EADB423}"/>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32C37176-913E-897F-DBD0-75E648014920}"/>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0A3F3EEB-F931-1529-672C-571B2D600B32}"/>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A3F4BD41-0E9D-0FF8-DA0C-EF338BB6CDD3}"/>
              </a:ext>
            </a:extLst>
          </p:cNvPr>
          <p:cNvSpPr txBox="1"/>
          <p:nvPr/>
        </p:nvSpPr>
        <p:spPr>
          <a:xfrm>
            <a:off x="306989" y="220218"/>
            <a:ext cx="11813899" cy="707886"/>
          </a:xfrm>
          <a:prstGeom prst="rect">
            <a:avLst/>
          </a:prstGeom>
          <a:noFill/>
        </p:spPr>
        <p:txBody>
          <a:bodyPr wrap="square" rtlCol="0">
            <a:spAutoFit/>
          </a:bodyPr>
          <a:lstStyle/>
          <a:p>
            <a:pPr algn="ctr"/>
            <a:r>
              <a:rPr lang="en-US" altLang="zh-CN" sz="4000"/>
              <a:t>Work in Progress…</a:t>
            </a:r>
            <a:endParaRPr lang="zh-CN" altLang="en-US" sz="4000"/>
          </a:p>
        </p:txBody>
      </p:sp>
      <p:sp>
        <p:nvSpPr>
          <p:cNvPr id="6" name="文本框 5">
            <a:extLst>
              <a:ext uri="{FF2B5EF4-FFF2-40B4-BE49-F238E27FC236}">
                <a16:creationId xmlns:a16="http://schemas.microsoft.com/office/drawing/2014/main" id="{96577173-F0E1-E356-C8E0-9F408DC85F69}"/>
              </a:ext>
            </a:extLst>
          </p:cNvPr>
          <p:cNvSpPr txBox="1"/>
          <p:nvPr/>
        </p:nvSpPr>
        <p:spPr>
          <a:xfrm>
            <a:off x="1163479" y="1017217"/>
            <a:ext cx="10004506" cy="3901837"/>
          </a:xfrm>
          <a:prstGeom prst="rect">
            <a:avLst/>
          </a:prstGeom>
          <a:noFill/>
        </p:spPr>
        <p:txBody>
          <a:bodyPr wrap="square" rtlCol="0">
            <a:spAutoFit/>
          </a:bodyPr>
          <a:lstStyle/>
          <a:p>
            <a:pPr>
              <a:lnSpc>
                <a:spcPct val="150000"/>
              </a:lnSpc>
            </a:pPr>
            <a:endParaRPr lang="en-US" altLang="zh-CN" sz="2400"/>
          </a:p>
          <a:p>
            <a:pPr>
              <a:lnSpc>
                <a:spcPct val="150000"/>
              </a:lnSpc>
            </a:pPr>
            <a:r>
              <a:rPr lang="en-US" altLang="zh-CN" sz="2400"/>
              <a:t>Which watermark module?</a:t>
            </a:r>
          </a:p>
          <a:p>
            <a:pPr>
              <a:lnSpc>
                <a:spcPct val="150000"/>
              </a:lnSpc>
            </a:pPr>
            <a:r>
              <a:rPr lang="en-US" altLang="zh-CN" sz="2400"/>
              <a:t>Candidates: “</a:t>
            </a:r>
            <a:r>
              <a:rPr lang="en-US" altLang="zh-CN" sz="2400" i="1"/>
              <a:t>Embarassingly Easy Watermark</a:t>
            </a:r>
            <a:r>
              <a:rPr lang="en-US" altLang="zh-CN" sz="2400"/>
              <a:t>”</a:t>
            </a:r>
          </a:p>
          <a:p>
            <a:pPr>
              <a:lnSpc>
                <a:spcPct val="150000"/>
              </a:lnSpc>
            </a:pPr>
            <a:endParaRPr lang="en-US" altLang="zh-CN" sz="2400"/>
          </a:p>
          <a:p>
            <a:pPr>
              <a:lnSpc>
                <a:spcPct val="150000"/>
              </a:lnSpc>
            </a:pPr>
            <a:r>
              <a:rPr lang="en-US" altLang="zh-CN" sz="2400"/>
              <a:t>“</a:t>
            </a:r>
            <a:r>
              <a:rPr lang="en-US" altLang="zh-CN" sz="2400" i="1"/>
              <a:t>A Watermark for Large Language Models</a:t>
            </a:r>
            <a:r>
              <a:rPr lang="en-US" altLang="zh-CN" sz="2400"/>
              <a:t>”</a:t>
            </a:r>
          </a:p>
          <a:p>
            <a:pPr>
              <a:lnSpc>
                <a:spcPct val="150000"/>
              </a:lnSpc>
            </a:pPr>
            <a:endParaRPr lang="en-US" altLang="zh-CN" sz="2400"/>
          </a:p>
          <a:p>
            <a:pPr>
              <a:lnSpc>
                <a:spcPct val="150000"/>
              </a:lnSpc>
            </a:pPr>
            <a:r>
              <a:rPr lang="en-US" altLang="zh-CN" sz="2400"/>
              <a:t>“</a:t>
            </a:r>
            <a:r>
              <a:rPr lang="en-US" altLang="zh-CN" sz="2400" i="1"/>
              <a:t>Adaptive Text Watermark for Large Language Models</a:t>
            </a:r>
            <a:r>
              <a:rPr lang="en-US" altLang="zh-CN" sz="2400"/>
              <a:t>”</a:t>
            </a:r>
            <a:endParaRPr lang="zh-CN" altLang="en-US" sz="2400"/>
          </a:p>
        </p:txBody>
      </p:sp>
      <p:pic>
        <p:nvPicPr>
          <p:cNvPr id="3" name="图片 2">
            <a:extLst>
              <a:ext uri="{FF2B5EF4-FFF2-40B4-BE49-F238E27FC236}">
                <a16:creationId xmlns:a16="http://schemas.microsoft.com/office/drawing/2014/main" id="{F80A70CB-842D-44DB-657E-D7ECD177446A}"/>
              </a:ext>
            </a:extLst>
          </p:cNvPr>
          <p:cNvPicPr>
            <a:picLocks noChangeAspect="1"/>
          </p:cNvPicPr>
          <p:nvPr/>
        </p:nvPicPr>
        <p:blipFill>
          <a:blip r:embed="rId3"/>
          <a:stretch>
            <a:fillRect/>
          </a:stretch>
        </p:blipFill>
        <p:spPr>
          <a:xfrm>
            <a:off x="7470773" y="1560695"/>
            <a:ext cx="4138302" cy="3920497"/>
          </a:xfrm>
          <a:prstGeom prst="rect">
            <a:avLst/>
          </a:prstGeom>
        </p:spPr>
      </p:pic>
      <p:cxnSp>
        <p:nvCxnSpPr>
          <p:cNvPr id="5" name="直接连接符 4">
            <a:extLst>
              <a:ext uri="{FF2B5EF4-FFF2-40B4-BE49-F238E27FC236}">
                <a16:creationId xmlns:a16="http://schemas.microsoft.com/office/drawing/2014/main" id="{D91135CD-D40E-D3EB-3E48-005B11645B0C}"/>
              </a:ext>
            </a:extLst>
          </p:cNvPr>
          <p:cNvCxnSpPr>
            <a:cxnSpLocks/>
          </p:cNvCxnSpPr>
          <p:nvPr/>
        </p:nvCxnSpPr>
        <p:spPr>
          <a:xfrm flipH="1">
            <a:off x="2905277" y="5031305"/>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BE3CCDBB-4707-9E00-2880-CFCBD5093769}"/>
              </a:ext>
            </a:extLst>
          </p:cNvPr>
          <p:cNvCxnSpPr>
            <a:cxnSpLocks/>
          </p:cNvCxnSpPr>
          <p:nvPr/>
        </p:nvCxnSpPr>
        <p:spPr>
          <a:xfrm flipH="1">
            <a:off x="2888283" y="4921693"/>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EA27AA0-C075-C82B-A630-FDF92C8EAEAE}"/>
              </a:ext>
            </a:extLst>
          </p:cNvPr>
          <p:cNvCxnSpPr>
            <a:cxnSpLocks/>
            <a:endCxn id="17" idx="7"/>
          </p:cNvCxnSpPr>
          <p:nvPr/>
        </p:nvCxnSpPr>
        <p:spPr>
          <a:xfrm>
            <a:off x="5325874" y="4503595"/>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CC52D9E-C1F7-2357-C9E3-E5E21E588EBF}"/>
              </a:ext>
            </a:extLst>
          </p:cNvPr>
          <p:cNvCxnSpPr>
            <a:cxnSpLocks/>
          </p:cNvCxnSpPr>
          <p:nvPr/>
        </p:nvCxnSpPr>
        <p:spPr>
          <a:xfrm flipV="1">
            <a:off x="3467385" y="4422013"/>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BD4CF8C-F315-38C9-C267-4A7A38A42EE2}"/>
              </a:ext>
            </a:extLst>
          </p:cNvPr>
          <p:cNvCxnSpPr>
            <a:cxnSpLocks/>
            <a:stCxn id="16" idx="4"/>
          </p:cNvCxnSpPr>
          <p:nvPr/>
        </p:nvCxnSpPr>
        <p:spPr>
          <a:xfrm>
            <a:off x="3498636" y="5091045"/>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25D15110-E35B-F7DC-51A9-B6062804304F}"/>
              </a:ext>
            </a:extLst>
          </p:cNvPr>
          <p:cNvSpPr/>
          <p:nvPr/>
        </p:nvSpPr>
        <p:spPr>
          <a:xfrm flipH="1">
            <a:off x="3373618" y="4841009"/>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CB7414D9-DCA5-D3E4-4812-83DCC2446AE3}"/>
              </a:ext>
            </a:extLst>
          </p:cNvPr>
          <p:cNvSpPr/>
          <p:nvPr/>
        </p:nvSpPr>
        <p:spPr>
          <a:xfrm flipH="1">
            <a:off x="5841087" y="5649280"/>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BD196700-8B72-78FE-F5FB-5AEB88FCEF3A}"/>
              </a:ext>
            </a:extLst>
          </p:cNvPr>
          <p:cNvCxnSpPr>
            <a:stCxn id="16" idx="3"/>
            <a:endCxn id="17" idx="5"/>
          </p:cNvCxnSpPr>
          <p:nvPr/>
        </p:nvCxnSpPr>
        <p:spPr>
          <a:xfrm>
            <a:off x="3587037" y="5054428"/>
            <a:ext cx="2274963" cy="7167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1F192584-D47E-E2D0-840C-45CC5F6A54F5}"/>
              </a:ext>
            </a:extLst>
          </p:cNvPr>
          <p:cNvPicPr>
            <a:picLocks noChangeAspect="1"/>
          </p:cNvPicPr>
          <p:nvPr/>
        </p:nvPicPr>
        <p:blipFill>
          <a:blip r:embed="rId4"/>
          <a:stretch>
            <a:fillRect/>
          </a:stretch>
        </p:blipFill>
        <p:spPr>
          <a:xfrm>
            <a:off x="1993039" y="4510669"/>
            <a:ext cx="4706007" cy="1105054"/>
          </a:xfrm>
          <a:prstGeom prst="rect">
            <a:avLst/>
          </a:prstGeom>
        </p:spPr>
      </p:pic>
      <p:sp>
        <p:nvSpPr>
          <p:cNvPr id="20" name="矩形 19">
            <a:extLst>
              <a:ext uri="{FF2B5EF4-FFF2-40B4-BE49-F238E27FC236}">
                <a16:creationId xmlns:a16="http://schemas.microsoft.com/office/drawing/2014/main" id="{514CF95F-FD5A-48EF-46CF-B7BEA2EA49FA}"/>
              </a:ext>
            </a:extLst>
          </p:cNvPr>
          <p:cNvSpPr/>
          <p:nvPr/>
        </p:nvSpPr>
        <p:spPr>
          <a:xfrm>
            <a:off x="2157267" y="5429169"/>
            <a:ext cx="2140125" cy="1040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DE5553F-50AA-CA6F-B71B-6CAC7E6A470F}"/>
              </a:ext>
            </a:extLst>
          </p:cNvPr>
          <p:cNvSpPr/>
          <p:nvPr/>
        </p:nvSpPr>
        <p:spPr>
          <a:xfrm>
            <a:off x="4327603" y="5437413"/>
            <a:ext cx="2176217" cy="958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AC72DDC2-539E-2DDA-0AAA-6BD38A59E758}"/>
              </a:ext>
            </a:extLst>
          </p:cNvPr>
          <p:cNvSpPr txBox="1"/>
          <p:nvPr/>
        </p:nvSpPr>
        <p:spPr>
          <a:xfrm>
            <a:off x="2683449" y="5742852"/>
            <a:ext cx="1212191" cy="461665"/>
          </a:xfrm>
          <a:prstGeom prst="rect">
            <a:avLst/>
          </a:prstGeom>
          <a:noFill/>
        </p:spPr>
        <p:txBody>
          <a:bodyPr wrap="square" rtlCol="0">
            <a:spAutoFit/>
          </a:bodyPr>
          <a:lstStyle/>
          <a:p>
            <a:r>
              <a:rPr lang="en-US" altLang="zh-CN" sz="2400"/>
              <a:t>Red list</a:t>
            </a:r>
            <a:endParaRPr lang="zh-CN" altLang="en-US" sz="2400"/>
          </a:p>
        </p:txBody>
      </p:sp>
      <p:sp>
        <p:nvSpPr>
          <p:cNvPr id="23" name="文本框 22">
            <a:extLst>
              <a:ext uri="{FF2B5EF4-FFF2-40B4-BE49-F238E27FC236}">
                <a16:creationId xmlns:a16="http://schemas.microsoft.com/office/drawing/2014/main" id="{BDD377DB-F1E2-F2C5-1F7D-0FBF603768C5}"/>
              </a:ext>
            </a:extLst>
          </p:cNvPr>
          <p:cNvSpPr txBox="1"/>
          <p:nvPr/>
        </p:nvSpPr>
        <p:spPr>
          <a:xfrm>
            <a:off x="4680576" y="5719599"/>
            <a:ext cx="1502334" cy="461665"/>
          </a:xfrm>
          <a:prstGeom prst="rect">
            <a:avLst/>
          </a:prstGeom>
          <a:noFill/>
        </p:spPr>
        <p:txBody>
          <a:bodyPr wrap="square" rtlCol="0">
            <a:spAutoFit/>
          </a:bodyPr>
          <a:lstStyle/>
          <a:p>
            <a:r>
              <a:rPr lang="en-US" altLang="zh-CN" sz="2400"/>
              <a:t>Green list</a:t>
            </a:r>
            <a:endParaRPr lang="zh-CN" altLang="en-US" sz="2400"/>
          </a:p>
        </p:txBody>
      </p:sp>
    </p:spTree>
    <p:extLst>
      <p:ext uri="{BB962C8B-B14F-4D97-AF65-F5344CB8AC3E}">
        <p14:creationId xmlns:p14="http://schemas.microsoft.com/office/powerpoint/2010/main" val="3735158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8D04-AE0C-421C-11FB-5771BF193C7A}"/>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FC702E6B-0528-6085-4382-F22886973431}"/>
              </a:ext>
            </a:extLst>
          </p:cNvPr>
          <p:cNvSpPr/>
          <p:nvPr/>
        </p:nvSpPr>
        <p:spPr>
          <a:xfrm rot="11174285">
            <a:off x="-3662632" y="109475"/>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3B0F1BC7-2334-83F7-D444-91F924925764}"/>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F73F527C-F9D8-FAAD-38FA-82225FCD3575}"/>
              </a:ext>
            </a:extLst>
          </p:cNvPr>
          <p:cNvSpPr/>
          <p:nvPr/>
        </p:nvSpPr>
        <p:spPr>
          <a:xfrm rot="11174285">
            <a:off x="-952203" y="958504"/>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62C5962-A002-8D39-696A-82080FAB1FEA}"/>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2BA0E58E-181A-9BE1-A363-DAB3EAA36282}"/>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3AE7FB85-240F-52AA-4615-15FB91A171AB}"/>
              </a:ext>
            </a:extLst>
          </p:cNvPr>
          <p:cNvCxnSpPr>
            <a:stCxn id="8" idx="1"/>
            <a:endCxn id="32" idx="5"/>
          </p:cNvCxnSpPr>
          <p:nvPr/>
        </p:nvCxnSpPr>
        <p:spPr>
          <a:xfrm>
            <a:off x="-3531845" y="252622"/>
            <a:ext cx="891498" cy="8862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07A55E7F-8C46-5F9E-25A1-635B7438C4CA}"/>
              </a:ext>
            </a:extLst>
          </p:cNvPr>
          <p:cNvCxnSpPr>
            <a:cxnSpLocks/>
            <a:stCxn id="32" idx="4"/>
          </p:cNvCxnSpPr>
          <p:nvPr/>
        </p:nvCxnSpPr>
        <p:spPr>
          <a:xfrm flipV="1">
            <a:off x="-2597479" y="-66844"/>
            <a:ext cx="601844" cy="1193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A7F2650D-99A2-C044-147F-4123DF399549}"/>
              </a:ext>
            </a:extLst>
          </p:cNvPr>
          <p:cNvSpPr/>
          <p:nvPr/>
        </p:nvSpPr>
        <p:spPr>
          <a:xfrm rot="11174285">
            <a:off x="-2662162" y="112606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E5E9476A-AE4E-3545-CB54-2F3140ADB6C0}"/>
              </a:ext>
            </a:extLst>
          </p:cNvPr>
          <p:cNvCxnSpPr>
            <a:cxnSpLocks/>
            <a:stCxn id="12" idx="3"/>
          </p:cNvCxnSpPr>
          <p:nvPr/>
        </p:nvCxnSpPr>
        <p:spPr>
          <a:xfrm flipV="1">
            <a:off x="-777836" y="140922"/>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6859355-9049-79C2-F1C8-D759A5FC6F8B}"/>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9E6A91B-F326-4EB2-3E75-2478FCA6D4FF}"/>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B2F2AF64-2A1C-C25A-A2B8-2370A43AA375}"/>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12992DD7-5548-D427-793B-5A16A44CC6C2}"/>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957F135-2554-0B17-B62D-F5CB85D1244D}"/>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A26BA44B-8DFA-8FAB-BF43-5E5CC6C2F0BC}"/>
              </a:ext>
            </a:extLst>
          </p:cNvPr>
          <p:cNvCxnSpPr>
            <a:stCxn id="32" idx="2"/>
            <a:endCxn id="12" idx="6"/>
          </p:cNvCxnSpPr>
          <p:nvPr/>
        </p:nvCxnSpPr>
        <p:spPr>
          <a:xfrm flipV="1">
            <a:off x="-2545821" y="1045831"/>
            <a:ext cx="1594198" cy="1449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29A6A283-085A-EA9E-E645-993151423F76}"/>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03F9FD93-A2D6-7CBF-9FEC-F22DB9D7C007}"/>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5D65AE7C-922A-8C16-A687-98A9D98278D7}"/>
              </a:ext>
            </a:extLst>
          </p:cNvPr>
          <p:cNvCxnSpPr>
            <a:stCxn id="14" idx="7"/>
            <a:endCxn id="12" idx="3"/>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75CF222-E645-8BE5-946E-3E1604835B4E}"/>
              </a:ext>
            </a:extLst>
          </p:cNvPr>
          <p:cNvCxnSpPr>
            <a:cxnSpLocks/>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C0E99F10-7184-408E-3E30-2B23D9CD5BAE}"/>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E12C231A-078A-1400-A042-4B500819B75E}"/>
              </a:ext>
            </a:extLst>
          </p:cNvPr>
          <p:cNvSpPr/>
          <p:nvPr/>
        </p:nvSpPr>
        <p:spPr>
          <a:xfrm rot="11174285">
            <a:off x="-2347993" y="21758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392A1CBD-15C5-CDB5-2D7D-CDE8A6034282}"/>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E8EE22ED-59ED-E04B-D9E5-C07BA56389C1}"/>
              </a:ext>
            </a:extLst>
          </p:cNvPr>
          <p:cNvCxnSpPr>
            <a:cxnSpLocks/>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1E43B182-7A1D-7782-F44A-47B6CBA98537}"/>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D2851E26-DABA-0E71-9476-E12774AF0544}"/>
              </a:ext>
            </a:extLst>
          </p:cNvPr>
          <p:cNvCxnSpPr>
            <a:stCxn id="116" idx="2"/>
            <a:endCxn id="175" idx="6"/>
          </p:cNvCxnSpPr>
          <p:nvPr/>
        </p:nvCxnSpPr>
        <p:spPr>
          <a:xfrm flipV="1">
            <a:off x="-2122475" y="2104590"/>
            <a:ext cx="1892708" cy="196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5A9EB92B-EDEC-E45A-C2BA-696731C41261}"/>
              </a:ext>
            </a:extLst>
          </p:cNvPr>
          <p:cNvCxnSpPr>
            <a:stCxn id="116" idx="4"/>
            <a:endCxn id="12" idx="7"/>
          </p:cNvCxnSpPr>
          <p:nvPr/>
        </p:nvCxnSpPr>
        <p:spPr>
          <a:xfrm flipV="1">
            <a:off x="-2222610" y="1117816"/>
            <a:ext cx="1291986" cy="1058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BA9369A0-239C-4ECA-7B38-FEB0FC2558BA}"/>
              </a:ext>
            </a:extLst>
          </p:cNvPr>
          <p:cNvCxnSpPr>
            <a:stCxn id="116" idx="5"/>
            <a:endCxn id="32" idx="1"/>
          </p:cNvCxnSpPr>
          <p:nvPr/>
        </p:nvCxnSpPr>
        <p:spPr>
          <a:xfrm flipH="1" flipV="1">
            <a:off x="-2567291" y="1229902"/>
            <a:ext cx="261585" cy="9708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9160650E-9233-0396-87B6-C933CF479D2C}"/>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1B0B83C4-0643-EAFA-4FD1-A4728318369D}"/>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1477B959-6306-11C1-D2AE-15B2C58ED5CE}"/>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48ED13B0-2BFA-F67B-B37E-21ABBF59980D}"/>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7FDC89BE-7B38-5E56-734A-AA1CD0F77D40}"/>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86F3A06C-8F5B-DDFD-FA93-9E15D617A2BE}"/>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A0E27EC0-076B-4AD5-7545-E80669B0E769}"/>
              </a:ext>
            </a:extLst>
          </p:cNvPr>
          <p:cNvCxnSpPr>
            <a:stCxn id="12" idx="2"/>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CA33C109-0B43-5118-E9B8-BFC8701FA02E}"/>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5EEBF0AC-DE3E-B718-D970-A3FDDB8E42D1}"/>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9E8EB4E4-982D-7E53-E4F4-5591E103D7B7}"/>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3B39E514-797C-2D8B-FAF0-F069C84A0B05}"/>
              </a:ext>
            </a:extLst>
          </p:cNvPr>
          <p:cNvCxnSpPr>
            <a:stCxn id="175" idx="6"/>
            <a:endCxn id="12" idx="1"/>
          </p:cNvCxnSpPr>
          <p:nvPr/>
        </p:nvCxnSpPr>
        <p:spPr>
          <a:xfrm flipH="1" flipV="1">
            <a:off x="-792891" y="1132871"/>
            <a:ext cx="563124" cy="9717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FA1D1FAC-ABAD-F453-2572-81F931DB5807}"/>
              </a:ext>
            </a:extLst>
          </p:cNvPr>
          <p:cNvCxnSpPr>
            <a:cxnSpLocks/>
            <a:stCxn id="8" idx="3"/>
          </p:cNvCxnSpPr>
          <p:nvPr/>
        </p:nvCxnSpPr>
        <p:spPr>
          <a:xfrm flipV="1">
            <a:off x="-3519485" y="-191557"/>
            <a:ext cx="1423715" cy="3311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5B8D5227-82EE-E381-E132-86A6F9D3C49A}"/>
              </a:ext>
            </a:extLst>
          </p:cNvPr>
          <p:cNvCxnSpPr>
            <a:cxnSpLocks/>
            <a:stCxn id="8" idx="3"/>
          </p:cNvCxnSpPr>
          <p:nvPr/>
        </p:nvCxnSpPr>
        <p:spPr>
          <a:xfrm flipV="1">
            <a:off x="-3519485" y="-1466504"/>
            <a:ext cx="760736" cy="1606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8CF5B651-8E6C-1AEB-E78F-DF0C35CE73D4}"/>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8146234D-17A9-E517-43DF-E672E5228D74}"/>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3FC2BE53-6D0C-B126-79DD-1551DF0B9071}"/>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C7F98EDC-3A71-0131-E464-87FF2A3D8917}"/>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545C2062-C25A-3365-9BC8-415F3603B892}"/>
              </a:ext>
            </a:extLst>
          </p:cNvPr>
          <p:cNvCxnSpPr>
            <a:cxnSpLocks/>
            <a:endCxn id="32" idx="2"/>
          </p:cNvCxnSpPr>
          <p:nvPr/>
        </p:nvCxnSpPr>
        <p:spPr>
          <a:xfrm flipH="1">
            <a:off x="-2545821" y="84533"/>
            <a:ext cx="1886469" cy="1106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54C148BC-635C-BD6E-8D49-BD978E2262BC}"/>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EDE02B4A-31B3-24DE-B30C-67A7D00C39B5}"/>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FACAA734-5888-335C-C4CF-36299F8884BC}"/>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F4B15915-0E14-C815-26DD-0421EB723A91}"/>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9037CDD2-F9E9-9EFC-0FAB-97412DB18A4B}"/>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12942BA1-1C0C-FAF2-28DD-F8D367E7BB40}"/>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CAEA4F3F-7B7E-E429-B413-57DD8B2CCB98}"/>
              </a:ext>
            </a:extLst>
          </p:cNvPr>
          <p:cNvSpPr txBox="1"/>
          <p:nvPr/>
        </p:nvSpPr>
        <p:spPr>
          <a:xfrm>
            <a:off x="306989" y="220218"/>
            <a:ext cx="11813899" cy="707886"/>
          </a:xfrm>
          <a:prstGeom prst="rect">
            <a:avLst/>
          </a:prstGeom>
          <a:noFill/>
        </p:spPr>
        <p:txBody>
          <a:bodyPr wrap="square" rtlCol="0">
            <a:spAutoFit/>
          </a:bodyPr>
          <a:lstStyle/>
          <a:p>
            <a:pPr algn="ctr"/>
            <a:r>
              <a:rPr lang="en-US" altLang="zh-CN" sz="4000"/>
              <a:t>Work in Progress…</a:t>
            </a:r>
            <a:endParaRPr lang="zh-CN" altLang="en-US" sz="4000"/>
          </a:p>
        </p:txBody>
      </p:sp>
      <p:sp>
        <p:nvSpPr>
          <p:cNvPr id="6" name="文本框 5">
            <a:extLst>
              <a:ext uri="{FF2B5EF4-FFF2-40B4-BE49-F238E27FC236}">
                <a16:creationId xmlns:a16="http://schemas.microsoft.com/office/drawing/2014/main" id="{F33BB380-B39D-2174-6E47-656EE1AE2A24}"/>
              </a:ext>
            </a:extLst>
          </p:cNvPr>
          <p:cNvSpPr txBox="1"/>
          <p:nvPr/>
        </p:nvSpPr>
        <p:spPr>
          <a:xfrm>
            <a:off x="1163479" y="1017217"/>
            <a:ext cx="10004506" cy="4455835"/>
          </a:xfrm>
          <a:prstGeom prst="rect">
            <a:avLst/>
          </a:prstGeom>
          <a:noFill/>
        </p:spPr>
        <p:txBody>
          <a:bodyPr wrap="square" rtlCol="0">
            <a:spAutoFit/>
          </a:bodyPr>
          <a:lstStyle/>
          <a:p>
            <a:pPr>
              <a:lnSpc>
                <a:spcPct val="150000"/>
              </a:lnSpc>
            </a:pPr>
            <a:endParaRPr lang="en-US" altLang="zh-CN" sz="2400"/>
          </a:p>
          <a:p>
            <a:pPr>
              <a:lnSpc>
                <a:spcPct val="150000"/>
              </a:lnSpc>
            </a:pPr>
            <a:r>
              <a:rPr lang="en-US" altLang="zh-CN" sz="2400"/>
              <a:t>Which watermark module?</a:t>
            </a:r>
          </a:p>
          <a:p>
            <a:pPr>
              <a:lnSpc>
                <a:spcPct val="150000"/>
              </a:lnSpc>
            </a:pPr>
            <a:r>
              <a:rPr lang="en-US" altLang="zh-CN" sz="2400"/>
              <a:t>Candidates: “</a:t>
            </a:r>
            <a:r>
              <a:rPr lang="en-US" altLang="zh-CN" sz="2400" i="1"/>
              <a:t>Embarassingly Easy Watermark</a:t>
            </a:r>
            <a:r>
              <a:rPr lang="en-US" altLang="zh-CN" sz="2400"/>
              <a:t>”</a:t>
            </a:r>
          </a:p>
          <a:p>
            <a:pPr>
              <a:lnSpc>
                <a:spcPct val="150000"/>
              </a:lnSpc>
            </a:pPr>
            <a:endParaRPr lang="en-US" altLang="zh-CN" sz="2400"/>
          </a:p>
          <a:p>
            <a:pPr>
              <a:lnSpc>
                <a:spcPct val="150000"/>
              </a:lnSpc>
            </a:pPr>
            <a:r>
              <a:rPr lang="en-US" altLang="zh-CN" sz="2400"/>
              <a:t>“</a:t>
            </a:r>
            <a:r>
              <a:rPr lang="en-US" altLang="zh-CN" sz="2400" i="1"/>
              <a:t>A Watermark for Large Language Models</a:t>
            </a:r>
            <a:r>
              <a:rPr lang="en-US" altLang="zh-CN" sz="2400"/>
              <a:t>”</a:t>
            </a:r>
          </a:p>
          <a:p>
            <a:pPr>
              <a:lnSpc>
                <a:spcPct val="150000"/>
              </a:lnSpc>
            </a:pPr>
            <a:endParaRPr lang="en-US" altLang="zh-CN" sz="2400"/>
          </a:p>
          <a:p>
            <a:pPr>
              <a:lnSpc>
                <a:spcPct val="150000"/>
              </a:lnSpc>
            </a:pPr>
            <a:r>
              <a:rPr lang="en-US" altLang="zh-CN" sz="2400"/>
              <a:t>“</a:t>
            </a:r>
            <a:r>
              <a:rPr lang="en-US" altLang="zh-CN" sz="2400" i="1"/>
              <a:t>Adaptive Text Watermark for Large Language Models</a:t>
            </a:r>
            <a:r>
              <a:rPr lang="en-US" altLang="zh-CN" sz="2400"/>
              <a:t>”</a:t>
            </a:r>
          </a:p>
          <a:p>
            <a:pPr>
              <a:lnSpc>
                <a:spcPct val="150000"/>
              </a:lnSpc>
            </a:pPr>
            <a:r>
              <a:rPr lang="en-US" altLang="zh-CN" sz="2400"/>
              <a:t>Using another Model to scale the logit vector.</a:t>
            </a:r>
            <a:endParaRPr lang="zh-CN" altLang="en-US" sz="2400"/>
          </a:p>
        </p:txBody>
      </p:sp>
      <p:cxnSp>
        <p:nvCxnSpPr>
          <p:cNvPr id="5" name="直接连接符 4">
            <a:extLst>
              <a:ext uri="{FF2B5EF4-FFF2-40B4-BE49-F238E27FC236}">
                <a16:creationId xmlns:a16="http://schemas.microsoft.com/office/drawing/2014/main" id="{B202B506-BB38-5C3F-9C6C-CA7D5D1691F3}"/>
              </a:ext>
            </a:extLst>
          </p:cNvPr>
          <p:cNvCxnSpPr>
            <a:cxnSpLocks/>
          </p:cNvCxnSpPr>
          <p:nvPr/>
        </p:nvCxnSpPr>
        <p:spPr>
          <a:xfrm flipH="1">
            <a:off x="2905277" y="5031305"/>
            <a:ext cx="27251" cy="7556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F77B566F-2C02-2B45-EF99-7F57190C909B}"/>
              </a:ext>
            </a:extLst>
          </p:cNvPr>
          <p:cNvCxnSpPr>
            <a:cxnSpLocks/>
          </p:cNvCxnSpPr>
          <p:nvPr/>
        </p:nvCxnSpPr>
        <p:spPr>
          <a:xfrm flipH="1">
            <a:off x="2888283" y="4921693"/>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97A0C23-7BC3-87A5-1D5E-E4B1D7B10CE8}"/>
              </a:ext>
            </a:extLst>
          </p:cNvPr>
          <p:cNvCxnSpPr>
            <a:cxnSpLocks/>
          </p:cNvCxnSpPr>
          <p:nvPr/>
        </p:nvCxnSpPr>
        <p:spPr>
          <a:xfrm>
            <a:off x="5325874" y="4503595"/>
            <a:ext cx="536126" cy="1166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A9F2BB2-0B83-7249-2204-3C4811B4C952}"/>
              </a:ext>
            </a:extLst>
          </p:cNvPr>
          <p:cNvCxnSpPr>
            <a:cxnSpLocks/>
          </p:cNvCxnSpPr>
          <p:nvPr/>
        </p:nvCxnSpPr>
        <p:spPr>
          <a:xfrm flipV="1">
            <a:off x="3467385" y="4422013"/>
            <a:ext cx="830007" cy="531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E6A7A80-E1DC-196E-EE1A-E042CD0743BD}"/>
              </a:ext>
            </a:extLst>
          </p:cNvPr>
          <p:cNvCxnSpPr>
            <a:cxnSpLocks/>
            <a:stCxn id="16" idx="4"/>
          </p:cNvCxnSpPr>
          <p:nvPr/>
        </p:nvCxnSpPr>
        <p:spPr>
          <a:xfrm>
            <a:off x="3498636" y="5091045"/>
            <a:ext cx="223099" cy="1147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42915D90-A92B-9786-EF55-868C14E76A83}"/>
              </a:ext>
            </a:extLst>
          </p:cNvPr>
          <p:cNvSpPr/>
          <p:nvPr/>
        </p:nvSpPr>
        <p:spPr>
          <a:xfrm flipH="1">
            <a:off x="3373618" y="4841009"/>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9A3CFFE9-ADA8-A17C-5922-BD2F3F234F95}"/>
              </a:ext>
            </a:extLst>
          </p:cNvPr>
          <p:cNvCxnSpPr>
            <a:cxnSpLocks/>
            <a:stCxn id="16" idx="3"/>
          </p:cNvCxnSpPr>
          <p:nvPr/>
        </p:nvCxnSpPr>
        <p:spPr>
          <a:xfrm>
            <a:off x="3587037" y="5054428"/>
            <a:ext cx="2274963" cy="7167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BDCD40C-35D4-8B77-C3E4-C91318A9AD83}"/>
              </a:ext>
            </a:extLst>
          </p:cNvPr>
          <p:cNvCxnSpPr/>
          <p:nvPr/>
        </p:nvCxnSpPr>
        <p:spPr>
          <a:xfrm>
            <a:off x="1163479" y="5473052"/>
            <a:ext cx="6294596"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13395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D3333-CABB-D565-11DD-99656F5D571C}"/>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E0EFDB74-3EAC-9E92-D9FF-A17A22CF3F6B}"/>
              </a:ext>
            </a:extLst>
          </p:cNvPr>
          <p:cNvSpPr/>
          <p:nvPr/>
        </p:nvSpPr>
        <p:spPr>
          <a:xfrm rot="11174285">
            <a:off x="-3662632" y="109475"/>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468B0865-F8D9-C96A-8CFB-C253741E6A86}"/>
              </a:ext>
            </a:extLst>
          </p:cNvPr>
          <p:cNvSpPr/>
          <p:nvPr/>
        </p:nvSpPr>
        <p:spPr>
          <a:xfrm rot="11174285">
            <a:off x="1356355" y="13820"/>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4954C5BD-206C-FEC3-6FC2-35C8676B65C9}"/>
              </a:ext>
            </a:extLst>
          </p:cNvPr>
          <p:cNvSpPr/>
          <p:nvPr/>
        </p:nvSpPr>
        <p:spPr>
          <a:xfrm rot="11174285">
            <a:off x="-952203" y="958504"/>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C3B0FA1-BB74-2D7A-B6A3-6587DDE0264B}"/>
              </a:ext>
            </a:extLst>
          </p:cNvPr>
          <p:cNvSpPr/>
          <p:nvPr/>
        </p:nvSpPr>
        <p:spPr>
          <a:xfrm rot="11174285">
            <a:off x="573654" y="815010"/>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8130A830-228E-E642-F2BE-C706DDBD3709}"/>
              </a:ext>
            </a:extLst>
          </p:cNvPr>
          <p:cNvSpPr/>
          <p:nvPr/>
        </p:nvSpPr>
        <p:spPr>
          <a:xfrm rot="11174285">
            <a:off x="-72035" y="3156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C4AF38BA-363E-C69E-B490-90BA2237E36B}"/>
              </a:ext>
            </a:extLst>
          </p:cNvPr>
          <p:cNvCxnSpPr>
            <a:stCxn id="8" idx="1"/>
            <a:endCxn id="32" idx="5"/>
          </p:cNvCxnSpPr>
          <p:nvPr/>
        </p:nvCxnSpPr>
        <p:spPr>
          <a:xfrm>
            <a:off x="-3531845" y="252622"/>
            <a:ext cx="891498" cy="8862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58751F9A-D7E1-7764-BB53-D2DFE98AA438}"/>
              </a:ext>
            </a:extLst>
          </p:cNvPr>
          <p:cNvCxnSpPr>
            <a:cxnSpLocks/>
            <a:stCxn id="32" idx="4"/>
          </p:cNvCxnSpPr>
          <p:nvPr/>
        </p:nvCxnSpPr>
        <p:spPr>
          <a:xfrm flipV="1">
            <a:off x="-2597479" y="-66844"/>
            <a:ext cx="601844" cy="1193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F2E1E6AB-5C1B-6DBB-2C86-5A24FA36F29B}"/>
              </a:ext>
            </a:extLst>
          </p:cNvPr>
          <p:cNvSpPr/>
          <p:nvPr/>
        </p:nvSpPr>
        <p:spPr>
          <a:xfrm rot="11174285">
            <a:off x="-2662162" y="1126065"/>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3DEEDB23-70F8-4AC5-CEF0-0FC8FC6E84FE}"/>
              </a:ext>
            </a:extLst>
          </p:cNvPr>
          <p:cNvCxnSpPr>
            <a:cxnSpLocks/>
            <a:stCxn id="12" idx="3"/>
          </p:cNvCxnSpPr>
          <p:nvPr/>
        </p:nvCxnSpPr>
        <p:spPr>
          <a:xfrm flipV="1">
            <a:off x="-777836" y="140922"/>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E28A41B2-041F-3AA1-8C7E-94FBA2CE50D8}"/>
              </a:ext>
            </a:extLst>
          </p:cNvPr>
          <p:cNvCxnSpPr>
            <a:cxnSpLocks/>
            <a:endCxn id="14" idx="6"/>
          </p:cNvCxnSpPr>
          <p:nvPr/>
        </p:nvCxnSpPr>
        <p:spPr>
          <a:xfrm>
            <a:off x="-506766" y="101211"/>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CD5070-EF65-88FD-C3D3-447D0CC31DAD}"/>
              </a:ext>
            </a:extLst>
          </p:cNvPr>
          <p:cNvCxnSpPr>
            <a:stCxn id="11" idx="7"/>
            <a:endCxn id="14" idx="3"/>
          </p:cNvCxnSpPr>
          <p:nvPr/>
        </p:nvCxnSpPr>
        <p:spPr>
          <a:xfrm flipH="1">
            <a:off x="71112" y="210836"/>
            <a:ext cx="1311928" cy="1348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494CDC07-2E1F-654E-9E6A-3904B8741D51}"/>
              </a:ext>
            </a:extLst>
          </p:cNvPr>
          <p:cNvCxnSpPr>
            <a:cxnSpLocks/>
            <a:stCxn id="14" idx="4"/>
          </p:cNvCxnSpPr>
          <p:nvPr/>
        </p:nvCxnSpPr>
        <p:spPr>
          <a:xfrm flipH="1" flipV="1">
            <a:off x="-603581" y="-624932"/>
            <a:ext cx="620717" cy="9410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5292106-A682-3B4B-484F-043C5365BBC5}"/>
              </a:ext>
            </a:extLst>
          </p:cNvPr>
          <p:cNvCxnSpPr>
            <a:stCxn id="11" idx="0"/>
            <a:endCxn id="13" idx="4"/>
          </p:cNvCxnSpPr>
          <p:nvPr/>
        </p:nvCxnSpPr>
        <p:spPr>
          <a:xfrm flipH="1">
            <a:off x="699037" y="255423"/>
            <a:ext cx="765313" cy="560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5BF11185-A746-989A-4679-CCD34FE55AEB}"/>
              </a:ext>
            </a:extLst>
          </p:cNvPr>
          <p:cNvCxnSpPr>
            <a:cxnSpLocks/>
            <a:stCxn id="54" idx="5"/>
          </p:cNvCxnSpPr>
          <p:nvPr/>
        </p:nvCxnSpPr>
        <p:spPr>
          <a:xfrm flipH="1" flipV="1">
            <a:off x="2651416" y="-575535"/>
            <a:ext cx="219398" cy="128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4CEB2A67-A19F-9EA3-8057-2A687F9334E7}"/>
              </a:ext>
            </a:extLst>
          </p:cNvPr>
          <p:cNvCxnSpPr>
            <a:stCxn id="32" idx="2"/>
            <a:endCxn id="12" idx="6"/>
          </p:cNvCxnSpPr>
          <p:nvPr/>
        </p:nvCxnSpPr>
        <p:spPr>
          <a:xfrm flipV="1">
            <a:off x="-2545821" y="1045831"/>
            <a:ext cx="1594198" cy="1449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B8046E1A-784D-0BBE-6D55-9BAD3BED5639}"/>
              </a:ext>
            </a:extLst>
          </p:cNvPr>
          <p:cNvSpPr/>
          <p:nvPr/>
        </p:nvSpPr>
        <p:spPr>
          <a:xfrm rot="11174285">
            <a:off x="2843324" y="690296"/>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635E90F6-FAA5-6E0B-9871-C97A80C1CB63}"/>
              </a:ext>
            </a:extLst>
          </p:cNvPr>
          <p:cNvSpPr/>
          <p:nvPr/>
        </p:nvSpPr>
        <p:spPr>
          <a:xfrm rot="11174285">
            <a:off x="3332334" y="1228887"/>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3F0F807D-C8CD-0EFF-95BE-EE609795D456}"/>
              </a:ext>
            </a:extLst>
          </p:cNvPr>
          <p:cNvCxnSpPr>
            <a:stCxn id="14" idx="7"/>
            <a:endCxn id="12" idx="3"/>
          </p:cNvCxnSpPr>
          <p:nvPr/>
        </p:nvCxnSpPr>
        <p:spPr>
          <a:xfrm flipH="1">
            <a:off x="-777836" y="446426"/>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4183EED6-D5C4-1402-D1C5-422D7B83517B}"/>
              </a:ext>
            </a:extLst>
          </p:cNvPr>
          <p:cNvCxnSpPr>
            <a:cxnSpLocks/>
            <a:endCxn id="57" idx="4"/>
          </p:cNvCxnSpPr>
          <p:nvPr/>
        </p:nvCxnSpPr>
        <p:spPr>
          <a:xfrm flipH="1">
            <a:off x="3438740" y="72155"/>
            <a:ext cx="601676" cy="1157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6E80F29-1481-CF9B-4737-020191F815D1}"/>
              </a:ext>
            </a:extLst>
          </p:cNvPr>
          <p:cNvCxnSpPr>
            <a:stCxn id="57" idx="7"/>
            <a:endCxn id="54" idx="2"/>
          </p:cNvCxnSpPr>
          <p:nvPr/>
        </p:nvCxnSpPr>
        <p:spPr>
          <a:xfrm flipH="1" flipV="1">
            <a:off x="2989927" y="771804"/>
            <a:ext cx="363546" cy="6131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1197C19C-634A-5249-F2E3-4A4860FE83F9}"/>
              </a:ext>
            </a:extLst>
          </p:cNvPr>
          <p:cNvSpPr/>
          <p:nvPr/>
        </p:nvSpPr>
        <p:spPr>
          <a:xfrm rot="11174285">
            <a:off x="-2347993" y="21758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1A3DF493-F820-235F-91B3-4F6185766CD6}"/>
              </a:ext>
            </a:extLst>
          </p:cNvPr>
          <p:cNvSpPr/>
          <p:nvPr/>
        </p:nvSpPr>
        <p:spPr>
          <a:xfrm rot="11174285">
            <a:off x="1854458" y="227307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06327859-AE71-5D93-1D3C-12D1A6FF620A}"/>
              </a:ext>
            </a:extLst>
          </p:cNvPr>
          <p:cNvCxnSpPr>
            <a:cxnSpLocks/>
            <a:endCxn id="54" idx="3"/>
          </p:cNvCxnSpPr>
          <p:nvPr/>
        </p:nvCxnSpPr>
        <p:spPr>
          <a:xfrm flipH="1">
            <a:off x="2974170" y="42556"/>
            <a:ext cx="1012270" cy="6752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6315293F-CDEE-BA60-7F02-C523B969137E}"/>
              </a:ext>
            </a:extLst>
          </p:cNvPr>
          <p:cNvSpPr/>
          <p:nvPr/>
        </p:nvSpPr>
        <p:spPr>
          <a:xfrm rot="11174285">
            <a:off x="-230431" y="2004667"/>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8C4C668D-EF07-9F6F-D2C8-BF0DE747EF7B}"/>
              </a:ext>
            </a:extLst>
          </p:cNvPr>
          <p:cNvCxnSpPr>
            <a:stCxn id="116" idx="2"/>
            <a:endCxn id="175" idx="6"/>
          </p:cNvCxnSpPr>
          <p:nvPr/>
        </p:nvCxnSpPr>
        <p:spPr>
          <a:xfrm flipV="1">
            <a:off x="-2122475" y="2104590"/>
            <a:ext cx="1892708" cy="1966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E5F7AB68-9B33-65C9-59D9-8253FCCF94F7}"/>
              </a:ext>
            </a:extLst>
          </p:cNvPr>
          <p:cNvCxnSpPr>
            <a:stCxn id="116" idx="4"/>
            <a:endCxn id="12" idx="7"/>
          </p:cNvCxnSpPr>
          <p:nvPr/>
        </p:nvCxnSpPr>
        <p:spPr>
          <a:xfrm flipV="1">
            <a:off x="-2222610" y="1117816"/>
            <a:ext cx="1291986" cy="10586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662661DF-483D-75FC-1863-F38103AE2435}"/>
              </a:ext>
            </a:extLst>
          </p:cNvPr>
          <p:cNvCxnSpPr>
            <a:stCxn id="116" idx="5"/>
            <a:endCxn id="32" idx="1"/>
          </p:cNvCxnSpPr>
          <p:nvPr/>
        </p:nvCxnSpPr>
        <p:spPr>
          <a:xfrm flipH="1" flipV="1">
            <a:off x="-2567291" y="1229902"/>
            <a:ext cx="261585" cy="97084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B36BDF09-6D22-E749-6DDB-7798989EF012}"/>
              </a:ext>
            </a:extLst>
          </p:cNvPr>
          <p:cNvCxnSpPr>
            <a:cxnSpLocks/>
            <a:stCxn id="11" idx="1"/>
          </p:cNvCxnSpPr>
          <p:nvPr/>
        </p:nvCxnSpPr>
        <p:spPr>
          <a:xfrm>
            <a:off x="1553371" y="229455"/>
            <a:ext cx="501887" cy="10457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26164150-686E-E29F-62D8-6B7FC800B152}"/>
              </a:ext>
            </a:extLst>
          </p:cNvPr>
          <p:cNvCxnSpPr>
            <a:stCxn id="11" idx="2"/>
            <a:endCxn id="54" idx="6"/>
          </p:cNvCxnSpPr>
          <p:nvPr/>
        </p:nvCxnSpPr>
        <p:spPr>
          <a:xfrm>
            <a:off x="1597958" y="148145"/>
            <a:ext cx="1245801" cy="6076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E31EB5BC-0A7F-9395-96CD-385BC75623A7}"/>
              </a:ext>
            </a:extLst>
          </p:cNvPr>
          <p:cNvCxnSpPr>
            <a:cxnSpLocks/>
            <a:stCxn id="54" idx="7"/>
          </p:cNvCxnSpPr>
          <p:nvPr/>
        </p:nvCxnSpPr>
        <p:spPr>
          <a:xfrm flipH="1">
            <a:off x="2109234" y="809844"/>
            <a:ext cx="750282" cy="4950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94BD1F66-7CF3-582C-9557-2E5F6A73FD88}"/>
              </a:ext>
            </a:extLst>
          </p:cNvPr>
          <p:cNvCxnSpPr>
            <a:cxnSpLocks/>
            <a:stCxn id="57" idx="7"/>
          </p:cNvCxnSpPr>
          <p:nvPr/>
        </p:nvCxnSpPr>
        <p:spPr>
          <a:xfrm flipH="1" flipV="1">
            <a:off x="2126473" y="1363943"/>
            <a:ext cx="1227000" cy="21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8FE923DE-29D1-A19A-49F3-A8C11BD73D91}"/>
              </a:ext>
            </a:extLst>
          </p:cNvPr>
          <p:cNvCxnSpPr>
            <a:cxnSpLocks/>
            <a:stCxn id="120" idx="4"/>
          </p:cNvCxnSpPr>
          <p:nvPr/>
        </p:nvCxnSpPr>
        <p:spPr>
          <a:xfrm flipV="1">
            <a:off x="1978743" y="1417919"/>
            <a:ext cx="118131" cy="855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7ACE41D2-3FA5-1816-E2A8-EEF6911298D0}"/>
              </a:ext>
            </a:extLst>
          </p:cNvPr>
          <p:cNvCxnSpPr>
            <a:stCxn id="14" idx="1"/>
            <a:endCxn id="13" idx="5"/>
          </p:cNvCxnSpPr>
          <p:nvPr/>
        </p:nvCxnSpPr>
        <p:spPr>
          <a:xfrm>
            <a:off x="58752" y="458786"/>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417DCC9B-61A0-909E-DF08-94B8012D730F}"/>
              </a:ext>
            </a:extLst>
          </p:cNvPr>
          <p:cNvCxnSpPr>
            <a:stCxn id="12" idx="2"/>
            <a:endCxn id="13" idx="6"/>
          </p:cNvCxnSpPr>
          <p:nvPr/>
        </p:nvCxnSpPr>
        <p:spPr>
          <a:xfrm flipV="1">
            <a:off x="-756837" y="915815"/>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FDA08639-2B75-E2C8-5104-4D4BEF1772AA}"/>
              </a:ext>
            </a:extLst>
          </p:cNvPr>
          <p:cNvCxnSpPr>
            <a:stCxn id="362" idx="4"/>
            <a:endCxn id="13" idx="0"/>
          </p:cNvCxnSpPr>
          <p:nvPr/>
        </p:nvCxnSpPr>
        <p:spPr>
          <a:xfrm flipH="1" flipV="1">
            <a:off x="674459" y="1040528"/>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08C08160-D93F-2598-3B71-26B6AACDFE4B}"/>
              </a:ext>
            </a:extLst>
          </p:cNvPr>
          <p:cNvCxnSpPr>
            <a:cxnSpLocks/>
            <a:stCxn id="362" idx="2"/>
          </p:cNvCxnSpPr>
          <p:nvPr/>
        </p:nvCxnSpPr>
        <p:spPr>
          <a:xfrm flipV="1">
            <a:off x="971228" y="1405559"/>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B720C757-A2A9-7311-06A2-9E6E0F1B2BC0}"/>
              </a:ext>
            </a:extLst>
          </p:cNvPr>
          <p:cNvCxnSpPr>
            <a:cxnSpLocks/>
            <a:stCxn id="13" idx="1"/>
          </p:cNvCxnSpPr>
          <p:nvPr/>
        </p:nvCxnSpPr>
        <p:spPr>
          <a:xfrm>
            <a:off x="757555" y="1016290"/>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A271156B-9471-9504-FE3D-5907EAF39DBE}"/>
              </a:ext>
            </a:extLst>
          </p:cNvPr>
          <p:cNvCxnSpPr>
            <a:stCxn id="175" idx="6"/>
            <a:endCxn id="12" idx="1"/>
          </p:cNvCxnSpPr>
          <p:nvPr/>
        </p:nvCxnSpPr>
        <p:spPr>
          <a:xfrm flipH="1" flipV="1">
            <a:off x="-792891" y="1132871"/>
            <a:ext cx="563124" cy="9717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8A2F0506-0C82-B180-4ED4-D9E6D350DC54}"/>
              </a:ext>
            </a:extLst>
          </p:cNvPr>
          <p:cNvCxnSpPr>
            <a:cxnSpLocks/>
            <a:stCxn id="8" idx="3"/>
          </p:cNvCxnSpPr>
          <p:nvPr/>
        </p:nvCxnSpPr>
        <p:spPr>
          <a:xfrm flipV="1">
            <a:off x="-3519485" y="-191557"/>
            <a:ext cx="1423715" cy="3311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68C4DB21-EF73-EDA9-4AC6-7DD5600EDC9A}"/>
              </a:ext>
            </a:extLst>
          </p:cNvPr>
          <p:cNvCxnSpPr>
            <a:cxnSpLocks/>
            <a:stCxn id="8" idx="3"/>
          </p:cNvCxnSpPr>
          <p:nvPr/>
        </p:nvCxnSpPr>
        <p:spPr>
          <a:xfrm flipV="1">
            <a:off x="-3519485" y="-1466504"/>
            <a:ext cx="760736" cy="1606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FF32CC4C-BCF1-5706-F408-86125C160D68}"/>
              </a:ext>
            </a:extLst>
          </p:cNvPr>
          <p:cNvSpPr/>
          <p:nvPr/>
        </p:nvSpPr>
        <p:spPr>
          <a:xfrm rot="11174285">
            <a:off x="869167" y="1646342"/>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63043F25-3C90-67FB-2FCE-4BE1D6E52A9E}"/>
              </a:ext>
            </a:extLst>
          </p:cNvPr>
          <p:cNvCxnSpPr>
            <a:stCxn id="175" idx="4"/>
            <a:endCxn id="13" idx="7"/>
          </p:cNvCxnSpPr>
          <p:nvPr/>
        </p:nvCxnSpPr>
        <p:spPr>
          <a:xfrm flipV="1">
            <a:off x="-106146" y="998911"/>
            <a:ext cx="704708" cy="1006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B919D851-40F2-11B4-8923-6347C0BF7B8F}"/>
              </a:ext>
            </a:extLst>
          </p:cNvPr>
          <p:cNvCxnSpPr>
            <a:stCxn id="175" idx="2"/>
            <a:endCxn id="362" idx="0"/>
          </p:cNvCxnSpPr>
          <p:nvPr/>
        </p:nvCxnSpPr>
        <p:spPr>
          <a:xfrm flipV="1">
            <a:off x="-6886" y="1748403"/>
            <a:ext cx="921674" cy="380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132E08C2-1896-D732-431F-A591703BDCCF}"/>
              </a:ext>
            </a:extLst>
          </p:cNvPr>
          <p:cNvCxnSpPr>
            <a:stCxn id="362" idx="1"/>
            <a:endCxn id="120" idx="6"/>
          </p:cNvCxnSpPr>
          <p:nvPr/>
        </p:nvCxnSpPr>
        <p:spPr>
          <a:xfrm>
            <a:off x="952393" y="1737433"/>
            <a:ext cx="902729" cy="6355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95995377-5A7A-2C32-9F73-A995D630F646}"/>
              </a:ext>
            </a:extLst>
          </p:cNvPr>
          <p:cNvCxnSpPr>
            <a:cxnSpLocks/>
            <a:endCxn id="32" idx="2"/>
          </p:cNvCxnSpPr>
          <p:nvPr/>
        </p:nvCxnSpPr>
        <p:spPr>
          <a:xfrm flipH="1">
            <a:off x="-2545821" y="84533"/>
            <a:ext cx="1886469" cy="1106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4435D151-3BD6-FCED-3333-7BE085E8B58C}"/>
              </a:ext>
            </a:extLst>
          </p:cNvPr>
          <p:cNvSpPr/>
          <p:nvPr/>
        </p:nvSpPr>
        <p:spPr>
          <a:xfrm rot="11174285">
            <a:off x="3594749" y="2425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F41998CE-0063-0F57-95FE-8E9BB0076FC2}"/>
              </a:ext>
            </a:extLst>
          </p:cNvPr>
          <p:cNvCxnSpPr>
            <a:stCxn id="219" idx="7"/>
            <a:endCxn id="120" idx="2"/>
          </p:cNvCxnSpPr>
          <p:nvPr/>
        </p:nvCxnSpPr>
        <p:spPr>
          <a:xfrm flipH="1" flipV="1">
            <a:off x="2078003" y="2397364"/>
            <a:ext cx="1541437" cy="2100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4690EB6B-15FE-18CE-7A90-F5D57C240C0D}"/>
              </a:ext>
            </a:extLst>
          </p:cNvPr>
          <p:cNvCxnSpPr>
            <a:stCxn id="57" idx="0"/>
            <a:endCxn id="120" idx="3"/>
          </p:cNvCxnSpPr>
          <p:nvPr/>
        </p:nvCxnSpPr>
        <p:spPr>
          <a:xfrm flipH="1">
            <a:off x="2053976" y="1420273"/>
            <a:ext cx="1363906" cy="894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BB6244FA-CE05-6D5F-ADB9-FAC47683A04E}"/>
              </a:ext>
            </a:extLst>
          </p:cNvPr>
          <p:cNvCxnSpPr>
            <a:cxnSpLocks/>
            <a:endCxn id="219" idx="2"/>
          </p:cNvCxnSpPr>
          <p:nvPr/>
        </p:nvCxnSpPr>
        <p:spPr>
          <a:xfrm flipH="1">
            <a:off x="3818294" y="1895715"/>
            <a:ext cx="718864" cy="6537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13912F87-CA0D-54A8-6624-6432689B1299}"/>
              </a:ext>
            </a:extLst>
          </p:cNvPr>
          <p:cNvCxnSpPr>
            <a:cxnSpLocks/>
            <a:endCxn id="57" idx="2"/>
          </p:cNvCxnSpPr>
          <p:nvPr/>
        </p:nvCxnSpPr>
        <p:spPr>
          <a:xfrm flipH="1" flipV="1">
            <a:off x="3523720" y="1335293"/>
            <a:ext cx="1043037" cy="506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18DA8376-D4FD-DF82-082A-F7F23D338561}"/>
              </a:ext>
            </a:extLst>
          </p:cNvPr>
          <p:cNvCxnSpPr>
            <a:stCxn id="219" idx="5"/>
            <a:endCxn id="57" idx="1"/>
          </p:cNvCxnSpPr>
          <p:nvPr/>
        </p:nvCxnSpPr>
        <p:spPr>
          <a:xfrm flipH="1" flipV="1">
            <a:off x="3488401" y="1399702"/>
            <a:ext cx="148266" cy="1050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0DA4A6DB-ABD8-3D48-F6FF-AC748330ACD7}"/>
              </a:ext>
            </a:extLst>
          </p:cNvPr>
          <p:cNvSpPr txBox="1"/>
          <p:nvPr/>
        </p:nvSpPr>
        <p:spPr>
          <a:xfrm>
            <a:off x="306989" y="220218"/>
            <a:ext cx="11813899" cy="707886"/>
          </a:xfrm>
          <a:prstGeom prst="rect">
            <a:avLst/>
          </a:prstGeom>
          <a:noFill/>
        </p:spPr>
        <p:txBody>
          <a:bodyPr wrap="square" rtlCol="0">
            <a:spAutoFit/>
          </a:bodyPr>
          <a:lstStyle/>
          <a:p>
            <a:pPr algn="ctr"/>
            <a:r>
              <a:rPr lang="en-US" altLang="zh-CN" sz="4000"/>
              <a:t>Work in Progress…</a:t>
            </a:r>
            <a:endParaRPr lang="zh-CN" altLang="en-US" sz="4000"/>
          </a:p>
        </p:txBody>
      </p:sp>
      <p:sp>
        <p:nvSpPr>
          <p:cNvPr id="6" name="文本框 5">
            <a:extLst>
              <a:ext uri="{FF2B5EF4-FFF2-40B4-BE49-F238E27FC236}">
                <a16:creationId xmlns:a16="http://schemas.microsoft.com/office/drawing/2014/main" id="{8491175B-6F13-DF8E-C87F-21551E234ABD}"/>
              </a:ext>
            </a:extLst>
          </p:cNvPr>
          <p:cNvSpPr txBox="1"/>
          <p:nvPr/>
        </p:nvSpPr>
        <p:spPr>
          <a:xfrm>
            <a:off x="1163479" y="1017217"/>
            <a:ext cx="10004506" cy="4271169"/>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altLang="zh-CN" sz="3200"/>
              <a:t>How to select the key generation function?</a:t>
            </a:r>
          </a:p>
          <a:p>
            <a:pPr marL="457200" indent="-457200">
              <a:lnSpc>
                <a:spcPct val="150000"/>
              </a:lnSpc>
              <a:buFont typeface="Arial" panose="020B0604020202020204" pitchFamily="34" charset="0"/>
              <a:buChar char="•"/>
            </a:pPr>
            <a:endParaRPr lang="en-US" altLang="zh-CN" sz="3200"/>
          </a:p>
          <a:p>
            <a:pPr marL="457200" indent="-457200">
              <a:lnSpc>
                <a:spcPct val="150000"/>
              </a:lnSpc>
              <a:buFont typeface="Arial" panose="020B0604020202020204" pitchFamily="34" charset="0"/>
              <a:buChar char="•"/>
            </a:pPr>
            <a:r>
              <a:rPr lang="en-US" altLang="zh-CN" sz="3200"/>
              <a:t>How to distill the model?</a:t>
            </a:r>
          </a:p>
          <a:p>
            <a:pPr marL="457200" indent="-457200">
              <a:lnSpc>
                <a:spcPct val="150000"/>
              </a:lnSpc>
              <a:buFont typeface="Arial" panose="020B0604020202020204" pitchFamily="34" charset="0"/>
              <a:buChar char="•"/>
            </a:pPr>
            <a:endParaRPr lang="en-US" altLang="zh-CN" sz="3200"/>
          </a:p>
          <a:p>
            <a:pPr marL="457200" indent="-457200">
              <a:lnSpc>
                <a:spcPct val="150000"/>
              </a:lnSpc>
              <a:buFont typeface="Arial" panose="020B0604020202020204" pitchFamily="34" charset="0"/>
              <a:buChar char="•"/>
            </a:pPr>
            <a:r>
              <a:rPr lang="en-US" altLang="zh-CN" sz="3200"/>
              <a:t>Can it use on phone or XR device?</a:t>
            </a:r>
          </a:p>
          <a:p>
            <a:pPr>
              <a:lnSpc>
                <a:spcPct val="150000"/>
              </a:lnSpc>
            </a:pPr>
            <a:endParaRPr lang="zh-CN" altLang="en-US" sz="2400"/>
          </a:p>
        </p:txBody>
      </p:sp>
    </p:spTree>
    <p:extLst>
      <p:ext uri="{BB962C8B-B14F-4D97-AF65-F5344CB8AC3E}">
        <p14:creationId xmlns:p14="http://schemas.microsoft.com/office/powerpoint/2010/main" val="3069892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04541-099F-8FF1-6F66-B820D4EDD378}"/>
            </a:ext>
          </a:extLst>
        </p:cNvPr>
        <p:cNvGrpSpPr/>
        <p:nvPr/>
      </p:nvGrpSpPr>
      <p:grpSpPr>
        <a:xfrm>
          <a:off x="0" y="0"/>
          <a:ext cx="0" cy="0"/>
          <a:chOff x="0" y="0"/>
          <a:chExt cx="0" cy="0"/>
        </a:xfrm>
      </p:grpSpPr>
      <p:sp>
        <p:nvSpPr>
          <p:cNvPr id="8" name="椭圆 7">
            <a:extLst>
              <a:ext uri="{FF2B5EF4-FFF2-40B4-BE49-F238E27FC236}">
                <a16:creationId xmlns:a16="http://schemas.microsoft.com/office/drawing/2014/main" id="{428985A1-D524-2A5A-846D-E9AACCB6094F}"/>
              </a:ext>
            </a:extLst>
          </p:cNvPr>
          <p:cNvSpPr/>
          <p:nvPr/>
        </p:nvSpPr>
        <p:spPr>
          <a:xfrm rot="11174285">
            <a:off x="2478134" y="365817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E3ACEB03-2A32-1E85-7A9E-925CD15B2AF7}"/>
              </a:ext>
            </a:extLst>
          </p:cNvPr>
          <p:cNvSpPr/>
          <p:nvPr/>
        </p:nvSpPr>
        <p:spPr>
          <a:xfrm rot="11174285">
            <a:off x="3576303" y="3724763"/>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06394D1D-235B-E81D-8C26-C2839E318F14}"/>
              </a:ext>
            </a:extLst>
          </p:cNvPr>
          <p:cNvSpPr/>
          <p:nvPr/>
        </p:nvSpPr>
        <p:spPr>
          <a:xfrm rot="11174285">
            <a:off x="6996125" y="3868835"/>
            <a:ext cx="242320" cy="24232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48A11423-9F96-090B-D448-F5CF35467E38}"/>
              </a:ext>
            </a:extLst>
          </p:cNvPr>
          <p:cNvSpPr/>
          <p:nvPr/>
        </p:nvSpPr>
        <p:spPr>
          <a:xfrm rot="11174285">
            <a:off x="4720540" y="4975629"/>
            <a:ext cx="195946" cy="19594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BA1A6C7-5860-F774-8A55-A7DB08D446D2}"/>
              </a:ext>
            </a:extLst>
          </p:cNvPr>
          <p:cNvSpPr/>
          <p:nvPr/>
        </p:nvSpPr>
        <p:spPr>
          <a:xfrm rot="11174285">
            <a:off x="6246397" y="4832135"/>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411FE5F-0462-8BE0-3B1C-E68F412660FB}"/>
              </a:ext>
            </a:extLst>
          </p:cNvPr>
          <p:cNvSpPr/>
          <p:nvPr/>
        </p:nvSpPr>
        <p:spPr>
          <a:xfrm rot="11174285">
            <a:off x="5600708" y="4332764"/>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C5C89BEC-C8F4-92E9-0DDA-2194572A18C1}"/>
              </a:ext>
            </a:extLst>
          </p:cNvPr>
          <p:cNvCxnSpPr>
            <a:stCxn id="8" idx="1"/>
            <a:endCxn id="32" idx="5"/>
          </p:cNvCxnSpPr>
          <p:nvPr/>
        </p:nvCxnSpPr>
        <p:spPr>
          <a:xfrm>
            <a:off x="2608921" y="3801326"/>
            <a:ext cx="937290" cy="121083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C2B83E3-C2AC-BB18-4045-72699EBFEA5D}"/>
              </a:ext>
            </a:extLst>
          </p:cNvPr>
          <p:cNvCxnSpPr>
            <a:stCxn id="32" idx="4"/>
            <a:endCxn id="10" idx="0"/>
          </p:cNvCxnSpPr>
          <p:nvPr/>
        </p:nvCxnSpPr>
        <p:spPr>
          <a:xfrm flipV="1">
            <a:off x="3589079" y="3950281"/>
            <a:ext cx="88029" cy="10493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B842F451-CB85-2B6B-0D8D-70EE9E0C40CC}"/>
              </a:ext>
            </a:extLst>
          </p:cNvPr>
          <p:cNvSpPr/>
          <p:nvPr/>
        </p:nvSpPr>
        <p:spPr>
          <a:xfrm rot="11174285">
            <a:off x="3524396" y="4999310"/>
            <a:ext cx="116686" cy="116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a:extLst>
              <a:ext uri="{FF2B5EF4-FFF2-40B4-BE49-F238E27FC236}">
                <a16:creationId xmlns:a16="http://schemas.microsoft.com/office/drawing/2014/main" id="{668F3454-4E23-AD5E-5F2A-0C1B4E2674D6}"/>
              </a:ext>
            </a:extLst>
          </p:cNvPr>
          <p:cNvCxnSpPr>
            <a:stCxn id="10" idx="3"/>
            <a:endCxn id="49" idx="1"/>
          </p:cNvCxnSpPr>
          <p:nvPr/>
        </p:nvCxnSpPr>
        <p:spPr>
          <a:xfrm flipV="1">
            <a:off x="3777583" y="3333827"/>
            <a:ext cx="1203378" cy="433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4ADDF542-9CA4-24B4-4387-7A4E51F74298}"/>
              </a:ext>
            </a:extLst>
          </p:cNvPr>
          <p:cNvCxnSpPr>
            <a:stCxn id="12" idx="3"/>
            <a:endCxn id="55" idx="7"/>
          </p:cNvCxnSpPr>
          <p:nvPr/>
        </p:nvCxnSpPr>
        <p:spPr>
          <a:xfrm flipV="1">
            <a:off x="4894907" y="4158047"/>
            <a:ext cx="134934" cy="8542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DD1F1C24-7985-9A9F-BD48-8A3D2F4290F9}"/>
              </a:ext>
            </a:extLst>
          </p:cNvPr>
          <p:cNvSpPr/>
          <p:nvPr/>
        </p:nvSpPr>
        <p:spPr>
          <a:xfrm rot="11174285">
            <a:off x="4897735" y="3242736"/>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9807BAD6-C42B-E886-81E7-097E9F37862B}"/>
              </a:ext>
            </a:extLst>
          </p:cNvPr>
          <p:cNvCxnSpPr>
            <a:stCxn id="55" idx="2"/>
            <a:endCxn id="14" idx="6"/>
          </p:cNvCxnSpPr>
          <p:nvPr/>
        </p:nvCxnSpPr>
        <p:spPr>
          <a:xfrm>
            <a:off x="5165977" y="4118336"/>
            <a:ext cx="435207" cy="2861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163F9AAA-5BBC-80C2-7BB2-B6568947658C}"/>
              </a:ext>
            </a:extLst>
          </p:cNvPr>
          <p:cNvCxnSpPr>
            <a:stCxn id="11" idx="7"/>
            <a:endCxn id="14" idx="3"/>
          </p:cNvCxnSpPr>
          <p:nvPr/>
        </p:nvCxnSpPr>
        <p:spPr>
          <a:xfrm flipH="1">
            <a:off x="5743855" y="4065851"/>
            <a:ext cx="1278955" cy="2969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70FD8F01-F124-6F74-2E4D-94F346BB779F}"/>
              </a:ext>
            </a:extLst>
          </p:cNvPr>
          <p:cNvSpPr/>
          <p:nvPr/>
        </p:nvSpPr>
        <p:spPr>
          <a:xfrm rot="11174285">
            <a:off x="5012937" y="4033250"/>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F344DB59-2D9B-9D29-F050-72896F01C488}"/>
              </a:ext>
            </a:extLst>
          </p:cNvPr>
          <p:cNvCxnSpPr>
            <a:endCxn id="55" idx="3"/>
          </p:cNvCxnSpPr>
          <p:nvPr/>
        </p:nvCxnSpPr>
        <p:spPr>
          <a:xfrm flipH="1">
            <a:off x="5149527" y="3295650"/>
            <a:ext cx="992492" cy="7662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CEBA0362-C208-A3E3-1303-47C1B0258303}"/>
              </a:ext>
            </a:extLst>
          </p:cNvPr>
          <p:cNvCxnSpPr>
            <a:stCxn id="11" idx="6"/>
          </p:cNvCxnSpPr>
          <p:nvPr/>
        </p:nvCxnSpPr>
        <p:spPr>
          <a:xfrm flipH="1" flipV="1">
            <a:off x="6252562" y="3320550"/>
            <a:ext cx="744280" cy="6562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DC38C292-F79A-38A1-0CBC-DEA7DF8B1BF1}"/>
              </a:ext>
            </a:extLst>
          </p:cNvPr>
          <p:cNvSpPr/>
          <p:nvPr/>
        </p:nvSpPr>
        <p:spPr>
          <a:xfrm rot="11174285">
            <a:off x="6104356" y="3223209"/>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a:extLst>
              <a:ext uri="{FF2B5EF4-FFF2-40B4-BE49-F238E27FC236}">
                <a16:creationId xmlns:a16="http://schemas.microsoft.com/office/drawing/2014/main" id="{08D8CD5D-E260-99E6-B685-52D8DA0AC135}"/>
              </a:ext>
            </a:extLst>
          </p:cNvPr>
          <p:cNvCxnSpPr>
            <a:stCxn id="11" idx="0"/>
            <a:endCxn id="13" idx="4"/>
          </p:cNvCxnSpPr>
          <p:nvPr/>
        </p:nvCxnSpPr>
        <p:spPr>
          <a:xfrm flipH="1">
            <a:off x="6371780" y="4110438"/>
            <a:ext cx="732340" cy="7223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618D065-921A-F773-18D4-5D3B8805AF9A}"/>
              </a:ext>
            </a:extLst>
          </p:cNvPr>
          <p:cNvCxnSpPr>
            <a:stCxn id="54" idx="5"/>
            <a:endCxn id="96" idx="1"/>
          </p:cNvCxnSpPr>
          <p:nvPr/>
        </p:nvCxnSpPr>
        <p:spPr>
          <a:xfrm flipH="1" flipV="1">
            <a:off x="7719890" y="3032972"/>
            <a:ext cx="568233" cy="1395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4E378BC3-E136-EFCA-9C36-36CB12ADE015}"/>
              </a:ext>
            </a:extLst>
          </p:cNvPr>
          <p:cNvCxnSpPr>
            <a:stCxn id="32" idx="2"/>
            <a:endCxn id="12" idx="6"/>
          </p:cNvCxnSpPr>
          <p:nvPr/>
        </p:nvCxnSpPr>
        <p:spPr>
          <a:xfrm flipV="1">
            <a:off x="3640737" y="5062956"/>
            <a:ext cx="1080383" cy="10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91B8989F-4A81-911D-0725-7821636E2420}"/>
              </a:ext>
            </a:extLst>
          </p:cNvPr>
          <p:cNvSpPr/>
          <p:nvPr/>
        </p:nvSpPr>
        <p:spPr>
          <a:xfrm rot="11174285">
            <a:off x="5772281" y="38794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id="{1C7A03EC-5F8E-A250-A6B1-1330E096B904}"/>
              </a:ext>
            </a:extLst>
          </p:cNvPr>
          <p:cNvSpPr/>
          <p:nvPr/>
        </p:nvSpPr>
        <p:spPr>
          <a:xfrm rot="11174285">
            <a:off x="8260633" y="4412009"/>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271B7113-C586-06A5-6ECD-E91988BB5C32}"/>
              </a:ext>
            </a:extLst>
          </p:cNvPr>
          <p:cNvSpPr/>
          <p:nvPr/>
        </p:nvSpPr>
        <p:spPr>
          <a:xfrm rot="11174285">
            <a:off x="8774000" y="5220869"/>
            <a:ext cx="191954" cy="19195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8E57998E-1B45-698C-5C78-0609531761AD}"/>
              </a:ext>
            </a:extLst>
          </p:cNvPr>
          <p:cNvSpPr/>
          <p:nvPr/>
        </p:nvSpPr>
        <p:spPr>
          <a:xfrm rot="11174285">
            <a:off x="6149326" y="1752583"/>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96538178-8595-F2BA-F7D4-5086BABD6C20}"/>
              </a:ext>
            </a:extLst>
          </p:cNvPr>
          <p:cNvSpPr/>
          <p:nvPr/>
        </p:nvSpPr>
        <p:spPr>
          <a:xfrm rot="11174285">
            <a:off x="9219352" y="3856239"/>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D2BA308D-2204-999C-F021-F056D2C7FA01}"/>
              </a:ext>
            </a:extLst>
          </p:cNvPr>
          <p:cNvCxnSpPr>
            <a:stCxn id="14" idx="7"/>
            <a:endCxn id="12" idx="3"/>
          </p:cNvCxnSpPr>
          <p:nvPr/>
        </p:nvCxnSpPr>
        <p:spPr>
          <a:xfrm flipH="1">
            <a:off x="4894907" y="4463551"/>
            <a:ext cx="723516" cy="5487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42596270-E207-44A7-0F57-FE12301ADCC0}"/>
              </a:ext>
            </a:extLst>
          </p:cNvPr>
          <p:cNvCxnSpPr>
            <a:stCxn id="49" idx="3"/>
            <a:endCxn id="61" idx="5"/>
          </p:cNvCxnSpPr>
          <p:nvPr/>
        </p:nvCxnSpPr>
        <p:spPr>
          <a:xfrm flipV="1">
            <a:off x="4988826" y="3247900"/>
            <a:ext cx="1157448" cy="139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00D2144A-D975-0E75-1289-F4A8FF5BBB03}"/>
              </a:ext>
            </a:extLst>
          </p:cNvPr>
          <p:cNvCxnSpPr>
            <a:stCxn id="49" idx="1"/>
            <a:endCxn id="55" idx="5"/>
          </p:cNvCxnSpPr>
          <p:nvPr/>
        </p:nvCxnSpPr>
        <p:spPr>
          <a:xfrm>
            <a:off x="4980961" y="3333827"/>
            <a:ext cx="60673" cy="7163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D2AEFFB2-11A9-18FA-8BEB-9338CBB9912B}"/>
              </a:ext>
            </a:extLst>
          </p:cNvPr>
          <p:cNvCxnSpPr>
            <a:stCxn id="61" idx="3"/>
            <a:endCxn id="97" idx="7"/>
          </p:cNvCxnSpPr>
          <p:nvPr/>
        </p:nvCxnSpPr>
        <p:spPr>
          <a:xfrm flipV="1">
            <a:off x="6303874" y="2519859"/>
            <a:ext cx="540013" cy="7452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B380928-595D-8330-79D8-155A01D9427E}"/>
              </a:ext>
            </a:extLst>
          </p:cNvPr>
          <p:cNvCxnSpPr>
            <a:stCxn id="118" idx="1"/>
            <a:endCxn id="54" idx="4"/>
          </p:cNvCxnSpPr>
          <p:nvPr/>
        </p:nvCxnSpPr>
        <p:spPr>
          <a:xfrm flipH="1">
            <a:off x="8342141" y="2653249"/>
            <a:ext cx="309453" cy="1759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A517DFD7-9C2C-65A7-9728-E9CA61CA762C}"/>
              </a:ext>
            </a:extLst>
          </p:cNvPr>
          <p:cNvCxnSpPr>
            <a:stCxn id="60" idx="0"/>
            <a:endCxn id="57" idx="4"/>
          </p:cNvCxnSpPr>
          <p:nvPr/>
        </p:nvCxnSpPr>
        <p:spPr>
          <a:xfrm flipH="1">
            <a:off x="8880406" y="4016625"/>
            <a:ext cx="410637" cy="12048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BD8E49B9-14BE-5642-ACA0-CE02D2378A56}"/>
              </a:ext>
            </a:extLst>
          </p:cNvPr>
          <p:cNvCxnSpPr>
            <a:stCxn id="57" idx="7"/>
            <a:endCxn id="54" idx="2"/>
          </p:cNvCxnSpPr>
          <p:nvPr/>
        </p:nvCxnSpPr>
        <p:spPr>
          <a:xfrm flipH="1" flipV="1">
            <a:off x="8407236" y="4493517"/>
            <a:ext cx="387903" cy="883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2" name="椭圆 91">
            <a:extLst>
              <a:ext uri="{FF2B5EF4-FFF2-40B4-BE49-F238E27FC236}">
                <a16:creationId xmlns:a16="http://schemas.microsoft.com/office/drawing/2014/main" id="{411FB8C9-FD0C-F03C-CB0D-140DC4581B84}"/>
              </a:ext>
            </a:extLst>
          </p:cNvPr>
          <p:cNvSpPr/>
          <p:nvPr/>
        </p:nvSpPr>
        <p:spPr>
          <a:xfrm rot="11174285">
            <a:off x="2738260" y="1951989"/>
            <a:ext cx="242906" cy="242906"/>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3B0FFE55-3BB1-F196-0A58-FB816F49BE4B}"/>
              </a:ext>
            </a:extLst>
          </p:cNvPr>
          <p:cNvSpPr/>
          <p:nvPr/>
        </p:nvSpPr>
        <p:spPr>
          <a:xfrm rot="11174285">
            <a:off x="3789202" y="1373314"/>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EA46CD38-88E7-5B99-FD78-BC72B2952F7D}"/>
              </a:ext>
            </a:extLst>
          </p:cNvPr>
          <p:cNvSpPr/>
          <p:nvPr/>
        </p:nvSpPr>
        <p:spPr>
          <a:xfrm rot="11174285">
            <a:off x="7158527" y="908376"/>
            <a:ext cx="256794" cy="25679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491358AE-B46F-EE52-DFBD-7D0560A0CB43}"/>
              </a:ext>
            </a:extLst>
          </p:cNvPr>
          <p:cNvSpPr/>
          <p:nvPr/>
        </p:nvSpPr>
        <p:spPr>
          <a:xfrm rot="11174285">
            <a:off x="7537599" y="28334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8985053C-8D3B-D5D1-E4B8-EE7E4E95011C}"/>
              </a:ext>
            </a:extLst>
          </p:cNvPr>
          <p:cNvSpPr/>
          <p:nvPr/>
        </p:nvSpPr>
        <p:spPr>
          <a:xfrm rot="11174285">
            <a:off x="6818979" y="233595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CC2F7725-0292-D507-9612-BC4DD020F8E2}"/>
              </a:ext>
            </a:extLst>
          </p:cNvPr>
          <p:cNvSpPr/>
          <p:nvPr/>
        </p:nvSpPr>
        <p:spPr>
          <a:xfrm rot="11174285">
            <a:off x="5547942" y="2519998"/>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a:extLst>
              <a:ext uri="{FF2B5EF4-FFF2-40B4-BE49-F238E27FC236}">
                <a16:creationId xmlns:a16="http://schemas.microsoft.com/office/drawing/2014/main" id="{3A2C4573-C1A3-7F99-6C41-346F6714ACFA}"/>
              </a:ext>
            </a:extLst>
          </p:cNvPr>
          <p:cNvSpPr/>
          <p:nvPr/>
        </p:nvSpPr>
        <p:spPr>
          <a:xfrm rot="11174285">
            <a:off x="8015271" y="150806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a:extLst>
              <a:ext uri="{FF2B5EF4-FFF2-40B4-BE49-F238E27FC236}">
                <a16:creationId xmlns:a16="http://schemas.microsoft.com/office/drawing/2014/main" id="{E441BEA9-9938-72F9-565D-9DCA7ED391A3}"/>
              </a:ext>
            </a:extLst>
          </p:cNvPr>
          <p:cNvCxnSpPr>
            <a:stCxn id="92" idx="1"/>
            <a:endCxn id="112" idx="6"/>
          </p:cNvCxnSpPr>
          <p:nvPr/>
        </p:nvCxnSpPr>
        <p:spPr>
          <a:xfrm>
            <a:off x="2935753" y="2168145"/>
            <a:ext cx="653373" cy="589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F2549079-AAC5-F0ED-FF4D-3663ECA66A50}"/>
              </a:ext>
            </a:extLst>
          </p:cNvPr>
          <p:cNvCxnSpPr>
            <a:stCxn id="94" idx="3"/>
            <a:endCxn id="107" idx="6"/>
          </p:cNvCxnSpPr>
          <p:nvPr/>
        </p:nvCxnSpPr>
        <p:spPr>
          <a:xfrm flipV="1">
            <a:off x="3990482" y="888102"/>
            <a:ext cx="725554" cy="5274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69530FA8-8EE1-D793-32AB-7D4331C9100A}"/>
              </a:ext>
            </a:extLst>
          </p:cNvPr>
          <p:cNvCxnSpPr>
            <a:stCxn id="96" idx="5"/>
            <a:endCxn id="97" idx="1"/>
          </p:cNvCxnSpPr>
          <p:nvPr/>
        </p:nvCxnSpPr>
        <p:spPr>
          <a:xfrm flipH="1" flipV="1">
            <a:off x="7002880" y="2537238"/>
            <a:ext cx="576637" cy="3209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C824DCAE-413E-F983-35E8-618745E84D2B}"/>
              </a:ext>
            </a:extLst>
          </p:cNvPr>
          <p:cNvSpPr/>
          <p:nvPr/>
        </p:nvSpPr>
        <p:spPr>
          <a:xfrm rot="11174285">
            <a:off x="4715733" y="842481"/>
            <a:ext cx="102364" cy="102364"/>
          </a:xfrm>
          <a:prstGeom prst="ellipse">
            <a:avLst/>
          </a:prstGeom>
          <a:solidFill>
            <a:srgbClr val="59595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289A5756-06C3-183E-AF06-0608ACAEC05E}"/>
              </a:ext>
            </a:extLst>
          </p:cNvPr>
          <p:cNvCxnSpPr>
            <a:stCxn id="109" idx="2"/>
            <a:endCxn id="98" idx="5"/>
          </p:cNvCxnSpPr>
          <p:nvPr/>
        </p:nvCxnSpPr>
        <p:spPr>
          <a:xfrm>
            <a:off x="5232884" y="1999605"/>
            <a:ext cx="345133" cy="5381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9" name="椭圆 108">
            <a:extLst>
              <a:ext uri="{FF2B5EF4-FFF2-40B4-BE49-F238E27FC236}">
                <a16:creationId xmlns:a16="http://schemas.microsoft.com/office/drawing/2014/main" id="{93733AD3-C962-3ED3-C4E6-3D776C627CAB}"/>
              </a:ext>
            </a:extLst>
          </p:cNvPr>
          <p:cNvSpPr/>
          <p:nvPr/>
        </p:nvSpPr>
        <p:spPr>
          <a:xfrm rot="11174285">
            <a:off x="5079844" y="1914519"/>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 name="直接连接符 109">
            <a:extLst>
              <a:ext uri="{FF2B5EF4-FFF2-40B4-BE49-F238E27FC236}">
                <a16:creationId xmlns:a16="http://schemas.microsoft.com/office/drawing/2014/main" id="{5527E554-ECF0-970B-C1CB-22804C176736}"/>
              </a:ext>
            </a:extLst>
          </p:cNvPr>
          <p:cNvCxnSpPr>
            <a:stCxn id="46" idx="0"/>
            <a:endCxn id="109" idx="3"/>
          </p:cNvCxnSpPr>
          <p:nvPr/>
        </p:nvCxnSpPr>
        <p:spPr>
          <a:xfrm flipH="1">
            <a:off x="5216434" y="613459"/>
            <a:ext cx="656652" cy="13297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E2C67CC1-3272-90E8-7191-8789FD9F6763}"/>
              </a:ext>
            </a:extLst>
          </p:cNvPr>
          <p:cNvCxnSpPr>
            <a:stCxn id="95" idx="6"/>
            <a:endCxn id="46" idx="2"/>
          </p:cNvCxnSpPr>
          <p:nvPr/>
        </p:nvCxnSpPr>
        <p:spPr>
          <a:xfrm flipH="1" flipV="1">
            <a:off x="5997799" y="513324"/>
            <a:ext cx="1161488" cy="509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2" name="椭圆 111">
            <a:extLst>
              <a:ext uri="{FF2B5EF4-FFF2-40B4-BE49-F238E27FC236}">
                <a16:creationId xmlns:a16="http://schemas.microsoft.com/office/drawing/2014/main" id="{516DAD67-2E0F-07EE-ACFA-C2754BAFB700}"/>
              </a:ext>
            </a:extLst>
          </p:cNvPr>
          <p:cNvSpPr/>
          <p:nvPr/>
        </p:nvSpPr>
        <p:spPr>
          <a:xfrm rot="11174285">
            <a:off x="3588462" y="265750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 name="直接连接符 112">
            <a:extLst>
              <a:ext uri="{FF2B5EF4-FFF2-40B4-BE49-F238E27FC236}">
                <a16:creationId xmlns:a16="http://schemas.microsoft.com/office/drawing/2014/main" id="{DDC68FB7-EFB5-10DB-6A54-7D004DDE71EF}"/>
              </a:ext>
            </a:extLst>
          </p:cNvPr>
          <p:cNvCxnSpPr>
            <a:stCxn id="95" idx="0"/>
            <a:endCxn id="97" idx="4"/>
          </p:cNvCxnSpPr>
          <p:nvPr/>
        </p:nvCxnSpPr>
        <p:spPr>
          <a:xfrm flipH="1">
            <a:off x="6944362" y="1164410"/>
            <a:ext cx="328610" cy="11722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50A9050-2AF4-9997-DDDD-A63B16DF5098}"/>
              </a:ext>
            </a:extLst>
          </p:cNvPr>
          <p:cNvCxnSpPr>
            <a:stCxn id="99" idx="4"/>
            <a:endCxn id="95" idx="2"/>
          </p:cNvCxnSpPr>
          <p:nvPr/>
        </p:nvCxnSpPr>
        <p:spPr>
          <a:xfrm flipH="1" flipV="1">
            <a:off x="7414561" y="1050725"/>
            <a:ext cx="726093" cy="4580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A6DB862-6566-5006-9ED3-02CAC130204A}"/>
              </a:ext>
            </a:extLst>
          </p:cNvPr>
          <p:cNvCxnSpPr>
            <a:stCxn id="92" idx="4"/>
            <a:endCxn id="94" idx="7"/>
          </p:cNvCxnSpPr>
          <p:nvPr/>
        </p:nvCxnSpPr>
        <p:spPr>
          <a:xfrm flipV="1">
            <a:off x="2872910" y="1557215"/>
            <a:ext cx="941200" cy="3954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DE26D675-A21F-284A-BD8B-9E92F3047BD7}"/>
              </a:ext>
            </a:extLst>
          </p:cNvPr>
          <p:cNvSpPr/>
          <p:nvPr/>
        </p:nvSpPr>
        <p:spPr>
          <a:xfrm rot="11174285">
            <a:off x="3884421" y="600253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a:extLst>
              <a:ext uri="{FF2B5EF4-FFF2-40B4-BE49-F238E27FC236}">
                <a16:creationId xmlns:a16="http://schemas.microsoft.com/office/drawing/2014/main" id="{ACCC4347-AF72-D842-7CD3-E08E3489AD14}"/>
              </a:ext>
            </a:extLst>
          </p:cNvPr>
          <p:cNvSpPr/>
          <p:nvPr/>
        </p:nvSpPr>
        <p:spPr>
          <a:xfrm rot="11174285">
            <a:off x="8532046" y="2522403"/>
            <a:ext cx="147038" cy="14703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F66C0FCE-A9B5-5708-4975-800D2F6E43CB}"/>
              </a:ext>
            </a:extLst>
          </p:cNvPr>
          <p:cNvSpPr/>
          <p:nvPr/>
        </p:nvSpPr>
        <p:spPr>
          <a:xfrm rot="11174285">
            <a:off x="7357670" y="602477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643204E2-3195-4F43-00C5-D809756EAA37}"/>
              </a:ext>
            </a:extLst>
          </p:cNvPr>
          <p:cNvSpPr/>
          <p:nvPr/>
        </p:nvSpPr>
        <p:spPr>
          <a:xfrm rot="11174285">
            <a:off x="9156635" y="1770386"/>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 name="直接连接符 121">
            <a:extLst>
              <a:ext uri="{FF2B5EF4-FFF2-40B4-BE49-F238E27FC236}">
                <a16:creationId xmlns:a16="http://schemas.microsoft.com/office/drawing/2014/main" id="{C194A180-E6EF-DD1C-60A8-A02553D700A2}"/>
              </a:ext>
            </a:extLst>
          </p:cNvPr>
          <p:cNvCxnSpPr>
            <a:stCxn id="98" idx="2"/>
            <a:endCxn id="61" idx="4"/>
          </p:cNvCxnSpPr>
          <p:nvPr/>
        </p:nvCxnSpPr>
        <p:spPr>
          <a:xfrm>
            <a:off x="5708328" y="2609169"/>
            <a:ext cx="520313" cy="61470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DD2EBCC6-3F6E-6015-D1D8-3E78C40B6C48}"/>
              </a:ext>
            </a:extLst>
          </p:cNvPr>
          <p:cNvCxnSpPr>
            <a:stCxn id="46" idx="6"/>
            <a:endCxn id="107" idx="3"/>
          </p:cNvCxnSpPr>
          <p:nvPr/>
        </p:nvCxnSpPr>
        <p:spPr>
          <a:xfrm flipH="1">
            <a:off x="4806824" y="488746"/>
            <a:ext cx="966127" cy="3728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193D9DFD-15F4-F160-ABC1-6FD29C53CBDC}"/>
              </a:ext>
            </a:extLst>
          </p:cNvPr>
          <p:cNvCxnSpPr>
            <a:stCxn id="107" idx="1"/>
            <a:endCxn id="109" idx="5"/>
          </p:cNvCxnSpPr>
          <p:nvPr/>
        </p:nvCxnSpPr>
        <p:spPr>
          <a:xfrm>
            <a:off x="4798959" y="933572"/>
            <a:ext cx="309582" cy="9978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3DEBF0DA-8E45-DA36-5A75-43041CC05189}"/>
              </a:ext>
            </a:extLst>
          </p:cNvPr>
          <p:cNvCxnSpPr>
            <a:stCxn id="99" idx="3"/>
            <a:endCxn id="121" idx="5"/>
          </p:cNvCxnSpPr>
          <p:nvPr/>
        </p:nvCxnSpPr>
        <p:spPr>
          <a:xfrm>
            <a:off x="8216551" y="1550355"/>
            <a:ext cx="970159" cy="2377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F62EF8B4-5E92-3348-708A-C9C04AE8050A}"/>
              </a:ext>
            </a:extLst>
          </p:cNvPr>
          <p:cNvCxnSpPr>
            <a:stCxn id="118" idx="3"/>
            <a:endCxn id="121" idx="7"/>
          </p:cNvCxnSpPr>
          <p:nvPr/>
        </p:nvCxnSpPr>
        <p:spPr>
          <a:xfrm flipV="1">
            <a:off x="8662892" y="1901173"/>
            <a:ext cx="511458" cy="6487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56019B2C-B319-1A8B-ADB1-3A22E012925D}"/>
              </a:ext>
            </a:extLst>
          </p:cNvPr>
          <p:cNvCxnSpPr>
            <a:stCxn id="99" idx="0"/>
            <a:endCxn id="118" idx="4"/>
          </p:cNvCxnSpPr>
          <p:nvPr/>
        </p:nvCxnSpPr>
        <p:spPr>
          <a:xfrm>
            <a:off x="8116076" y="1733586"/>
            <a:ext cx="497478" cy="7892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2D804760-EAFE-0EFA-E425-46D6A7F97C8A}"/>
              </a:ext>
            </a:extLst>
          </p:cNvPr>
          <p:cNvCxnSpPr>
            <a:stCxn id="60" idx="7"/>
            <a:endCxn id="54" idx="3"/>
          </p:cNvCxnSpPr>
          <p:nvPr/>
        </p:nvCxnSpPr>
        <p:spPr>
          <a:xfrm flipH="1">
            <a:off x="8391479" y="3987026"/>
            <a:ext cx="845588" cy="4524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5625FFC7-CBD8-13D7-5CF4-40A9643F1AEA}"/>
              </a:ext>
            </a:extLst>
          </p:cNvPr>
          <p:cNvSpPr/>
          <p:nvPr/>
        </p:nvSpPr>
        <p:spPr>
          <a:xfrm rot="11174285">
            <a:off x="5576810" y="5990254"/>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a:extLst>
              <a:ext uri="{FF2B5EF4-FFF2-40B4-BE49-F238E27FC236}">
                <a16:creationId xmlns:a16="http://schemas.microsoft.com/office/drawing/2014/main" id="{0A3F9CFF-FEBA-CA2D-7E54-AE17E4C29BB7}"/>
              </a:ext>
            </a:extLst>
          </p:cNvPr>
          <p:cNvSpPr/>
          <p:nvPr/>
        </p:nvSpPr>
        <p:spPr>
          <a:xfrm rot="11174285">
            <a:off x="7638830" y="5291897"/>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EEF71E60-4D6F-A263-CA36-799DF8455688}"/>
              </a:ext>
            </a:extLst>
          </p:cNvPr>
          <p:cNvCxnSpPr>
            <a:stCxn id="116" idx="2"/>
            <a:endCxn id="175" idx="6"/>
          </p:cNvCxnSpPr>
          <p:nvPr/>
        </p:nvCxnSpPr>
        <p:spPr>
          <a:xfrm flipV="1">
            <a:off x="4109939" y="6090177"/>
            <a:ext cx="1467535" cy="377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E1BE0D42-2906-92E7-CE8A-96390D64BE4D}"/>
              </a:ext>
            </a:extLst>
          </p:cNvPr>
          <p:cNvCxnSpPr>
            <a:stCxn id="116" idx="4"/>
            <a:endCxn id="12" idx="7"/>
          </p:cNvCxnSpPr>
          <p:nvPr/>
        </p:nvCxnSpPr>
        <p:spPr>
          <a:xfrm flipV="1">
            <a:off x="4009804" y="5134941"/>
            <a:ext cx="732315" cy="868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5A614F3B-5631-7F5B-DAA5-5C8083136202}"/>
              </a:ext>
            </a:extLst>
          </p:cNvPr>
          <p:cNvCxnSpPr>
            <a:stCxn id="116" idx="5"/>
            <a:endCxn id="32" idx="1"/>
          </p:cNvCxnSpPr>
          <p:nvPr/>
        </p:nvCxnSpPr>
        <p:spPr>
          <a:xfrm flipH="1" flipV="1">
            <a:off x="3619267" y="5103147"/>
            <a:ext cx="307441" cy="9242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54C1D0E4-0954-E872-E4AD-845590DB1003}"/>
              </a:ext>
            </a:extLst>
          </p:cNvPr>
          <p:cNvCxnSpPr>
            <a:stCxn id="11" idx="1"/>
            <a:endCxn id="176" idx="4"/>
          </p:cNvCxnSpPr>
          <p:nvPr/>
        </p:nvCxnSpPr>
        <p:spPr>
          <a:xfrm>
            <a:off x="7193141" y="4084470"/>
            <a:ext cx="534860" cy="12079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23116474-59CE-545E-D017-B64ADC22D412}"/>
              </a:ext>
            </a:extLst>
          </p:cNvPr>
          <p:cNvCxnSpPr>
            <a:stCxn id="11" idx="2"/>
            <a:endCxn id="54" idx="6"/>
          </p:cNvCxnSpPr>
          <p:nvPr/>
        </p:nvCxnSpPr>
        <p:spPr>
          <a:xfrm>
            <a:off x="7237728" y="4003160"/>
            <a:ext cx="1023340" cy="47437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87827575-CC0D-B9DC-91DB-DF3A07465873}"/>
              </a:ext>
            </a:extLst>
          </p:cNvPr>
          <p:cNvCxnSpPr>
            <a:stCxn id="54" idx="7"/>
            <a:endCxn id="176" idx="3"/>
          </p:cNvCxnSpPr>
          <p:nvPr/>
        </p:nvCxnSpPr>
        <p:spPr>
          <a:xfrm flipH="1">
            <a:off x="7781977" y="4531557"/>
            <a:ext cx="494848" cy="7904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3FCAA830-69BF-1688-C86F-C3BF0BFF7736}"/>
              </a:ext>
            </a:extLst>
          </p:cNvPr>
          <p:cNvCxnSpPr>
            <a:stCxn id="57" idx="7"/>
            <a:endCxn id="176" idx="2"/>
          </p:cNvCxnSpPr>
          <p:nvPr/>
        </p:nvCxnSpPr>
        <p:spPr>
          <a:xfrm flipH="1">
            <a:off x="7799216" y="5376936"/>
            <a:ext cx="995923" cy="4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A248B608-C0A2-7F50-560D-D9681A86D4EF}"/>
              </a:ext>
            </a:extLst>
          </p:cNvPr>
          <p:cNvCxnSpPr>
            <a:stCxn id="120" idx="4"/>
            <a:endCxn id="176" idx="1"/>
          </p:cNvCxnSpPr>
          <p:nvPr/>
        </p:nvCxnSpPr>
        <p:spPr>
          <a:xfrm flipV="1">
            <a:off x="7481955" y="5435044"/>
            <a:ext cx="287662" cy="590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644B5EA0-E34E-69EA-1836-F21FEAB89B2F}"/>
              </a:ext>
            </a:extLst>
          </p:cNvPr>
          <p:cNvCxnSpPr>
            <a:stCxn id="14" idx="1"/>
            <a:endCxn id="13" idx="5"/>
          </p:cNvCxnSpPr>
          <p:nvPr/>
        </p:nvCxnSpPr>
        <p:spPr>
          <a:xfrm>
            <a:off x="5731495" y="4475911"/>
            <a:ext cx="557189" cy="3811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BC76665C-F0B6-4934-B311-9C3421BB361C}"/>
              </a:ext>
            </a:extLst>
          </p:cNvPr>
          <p:cNvCxnSpPr>
            <a:stCxn id="12" idx="2"/>
            <a:endCxn id="13" idx="6"/>
          </p:cNvCxnSpPr>
          <p:nvPr/>
        </p:nvCxnSpPr>
        <p:spPr>
          <a:xfrm flipV="1">
            <a:off x="4915906" y="4932940"/>
            <a:ext cx="1331161" cy="1513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8E4BC933-AEE0-9AFC-53D5-63CAA6C05AA0}"/>
              </a:ext>
            </a:extLst>
          </p:cNvPr>
          <p:cNvCxnSpPr>
            <a:stCxn id="362" idx="4"/>
            <a:endCxn id="13" idx="0"/>
          </p:cNvCxnSpPr>
          <p:nvPr/>
        </p:nvCxnSpPr>
        <p:spPr>
          <a:xfrm flipH="1" flipV="1">
            <a:off x="6347202" y="5057653"/>
            <a:ext cx="251451" cy="606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8DFBC4A2-DD27-AA82-42C8-1A534A731994}"/>
              </a:ext>
            </a:extLst>
          </p:cNvPr>
          <p:cNvCxnSpPr>
            <a:stCxn id="362" idx="2"/>
            <a:endCxn id="176" idx="7"/>
          </p:cNvCxnSpPr>
          <p:nvPr/>
        </p:nvCxnSpPr>
        <p:spPr>
          <a:xfrm flipV="1">
            <a:off x="6643971" y="5422684"/>
            <a:ext cx="1012574" cy="29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9769C3A4-6A92-CC15-E73A-4584A5BE0060}"/>
              </a:ext>
            </a:extLst>
          </p:cNvPr>
          <p:cNvCxnSpPr>
            <a:stCxn id="13" idx="1"/>
            <a:endCxn id="176" idx="6"/>
          </p:cNvCxnSpPr>
          <p:nvPr/>
        </p:nvCxnSpPr>
        <p:spPr>
          <a:xfrm>
            <a:off x="6430298" y="5033415"/>
            <a:ext cx="1209008" cy="330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2395AC7D-8DF7-1447-83E9-F53C8BFE7E8A}"/>
              </a:ext>
            </a:extLst>
          </p:cNvPr>
          <p:cNvCxnSpPr>
            <a:stCxn id="175" idx="6"/>
            <a:endCxn id="12" idx="1"/>
          </p:cNvCxnSpPr>
          <p:nvPr/>
        </p:nvCxnSpPr>
        <p:spPr>
          <a:xfrm flipH="1" flipV="1">
            <a:off x="4879852" y="5149996"/>
            <a:ext cx="697622" cy="9401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a:extLst>
              <a:ext uri="{FF2B5EF4-FFF2-40B4-BE49-F238E27FC236}">
                <a16:creationId xmlns:a16="http://schemas.microsoft.com/office/drawing/2014/main" id="{A6C6B237-A4FA-9FC0-8ADA-1DBE541DE906}"/>
              </a:ext>
            </a:extLst>
          </p:cNvPr>
          <p:cNvCxnSpPr>
            <a:stCxn id="10" idx="2"/>
            <a:endCxn id="55" idx="6"/>
          </p:cNvCxnSpPr>
          <p:nvPr/>
        </p:nvCxnSpPr>
        <p:spPr>
          <a:xfrm>
            <a:off x="3801821" y="3850146"/>
            <a:ext cx="1211570" cy="2515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45152313-2D6E-94A7-DC3C-6910993367E3}"/>
              </a:ext>
            </a:extLst>
          </p:cNvPr>
          <p:cNvCxnSpPr>
            <a:stCxn id="8" idx="3"/>
            <a:endCxn id="10" idx="6"/>
          </p:cNvCxnSpPr>
          <p:nvPr/>
        </p:nvCxnSpPr>
        <p:spPr>
          <a:xfrm>
            <a:off x="2621281" y="3688254"/>
            <a:ext cx="955692" cy="1373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a:extLst>
              <a:ext uri="{FF2B5EF4-FFF2-40B4-BE49-F238E27FC236}">
                <a16:creationId xmlns:a16="http://schemas.microsoft.com/office/drawing/2014/main" id="{89FD844E-22A8-6BBD-BB2C-8AD0C4243DE3}"/>
              </a:ext>
            </a:extLst>
          </p:cNvPr>
          <p:cNvCxnSpPr>
            <a:stCxn id="112" idx="0"/>
            <a:endCxn id="10" idx="4"/>
          </p:cNvCxnSpPr>
          <p:nvPr/>
        </p:nvCxnSpPr>
        <p:spPr>
          <a:xfrm>
            <a:off x="3688385" y="2881053"/>
            <a:ext cx="13301" cy="8443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1E07BEBB-2108-0F58-F2AA-6BA802A75CCE}"/>
              </a:ext>
            </a:extLst>
          </p:cNvPr>
          <p:cNvCxnSpPr>
            <a:stCxn id="112" idx="1"/>
            <a:endCxn id="49" idx="5"/>
          </p:cNvCxnSpPr>
          <p:nvPr/>
        </p:nvCxnSpPr>
        <p:spPr>
          <a:xfrm>
            <a:off x="3770753" y="2857026"/>
            <a:ext cx="1146120" cy="3969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9546BE7E-C772-CC71-5C82-E7563B25DB2B}"/>
              </a:ext>
            </a:extLst>
          </p:cNvPr>
          <p:cNvCxnSpPr>
            <a:stCxn id="94" idx="1"/>
            <a:endCxn id="112" idx="4"/>
          </p:cNvCxnSpPr>
          <p:nvPr/>
        </p:nvCxnSpPr>
        <p:spPr>
          <a:xfrm flipH="1">
            <a:off x="3712747" y="1574594"/>
            <a:ext cx="260356" cy="108357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直接连接符 288">
            <a:extLst>
              <a:ext uri="{FF2B5EF4-FFF2-40B4-BE49-F238E27FC236}">
                <a16:creationId xmlns:a16="http://schemas.microsoft.com/office/drawing/2014/main" id="{18140C54-3625-9FFD-2DDB-DB579684DFFD}"/>
              </a:ext>
            </a:extLst>
          </p:cNvPr>
          <p:cNvCxnSpPr>
            <a:stCxn id="94" idx="1"/>
            <a:endCxn id="109" idx="0"/>
          </p:cNvCxnSpPr>
          <p:nvPr/>
        </p:nvCxnSpPr>
        <p:spPr>
          <a:xfrm>
            <a:off x="3973103" y="1574594"/>
            <a:ext cx="1175149" cy="492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A2C7924C-1255-3D61-AB2A-F2692F6B9181}"/>
              </a:ext>
            </a:extLst>
          </p:cNvPr>
          <p:cNvCxnSpPr>
            <a:stCxn id="8" idx="3"/>
            <a:endCxn id="112" idx="6"/>
          </p:cNvCxnSpPr>
          <p:nvPr/>
        </p:nvCxnSpPr>
        <p:spPr>
          <a:xfrm flipV="1">
            <a:off x="2621281" y="2757431"/>
            <a:ext cx="967845" cy="9308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CDCA05E1-42CD-3EDA-5B91-B0DA8FEC140D}"/>
              </a:ext>
            </a:extLst>
          </p:cNvPr>
          <p:cNvCxnSpPr>
            <a:stCxn id="112" idx="2"/>
            <a:endCxn id="109" idx="0"/>
          </p:cNvCxnSpPr>
          <p:nvPr/>
        </p:nvCxnSpPr>
        <p:spPr>
          <a:xfrm flipV="1">
            <a:off x="3812007" y="2067559"/>
            <a:ext cx="1336245" cy="71423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直接连接符 300">
            <a:extLst>
              <a:ext uri="{FF2B5EF4-FFF2-40B4-BE49-F238E27FC236}">
                <a16:creationId xmlns:a16="http://schemas.microsoft.com/office/drawing/2014/main" id="{B96AE4C8-DED1-CFBC-0C25-D00137D9DDE9}"/>
              </a:ext>
            </a:extLst>
          </p:cNvPr>
          <p:cNvCxnSpPr>
            <a:stCxn id="112" idx="2"/>
            <a:endCxn id="98" idx="7"/>
          </p:cNvCxnSpPr>
          <p:nvPr/>
        </p:nvCxnSpPr>
        <p:spPr>
          <a:xfrm flipV="1">
            <a:off x="3812007" y="2650785"/>
            <a:ext cx="1753650" cy="1310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4" name="直接连接符 303">
            <a:extLst>
              <a:ext uri="{FF2B5EF4-FFF2-40B4-BE49-F238E27FC236}">
                <a16:creationId xmlns:a16="http://schemas.microsoft.com/office/drawing/2014/main" id="{2B585D6E-2F2C-8AD9-A0B7-38C15D867B27}"/>
              </a:ext>
            </a:extLst>
          </p:cNvPr>
          <p:cNvCxnSpPr>
            <a:stCxn id="49" idx="3"/>
            <a:endCxn id="98" idx="0"/>
          </p:cNvCxnSpPr>
          <p:nvPr/>
        </p:nvCxnSpPr>
        <p:spPr>
          <a:xfrm flipV="1">
            <a:off x="4988826" y="2680384"/>
            <a:ext cx="630807" cy="5814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2D2216F2-C7D7-30FB-8CE4-B923738B9A8F}"/>
              </a:ext>
            </a:extLst>
          </p:cNvPr>
          <p:cNvCxnSpPr>
            <a:stCxn id="95" idx="7"/>
            <a:endCxn id="59" idx="3"/>
          </p:cNvCxnSpPr>
          <p:nvPr/>
        </p:nvCxnSpPr>
        <p:spPr>
          <a:xfrm flipH="1">
            <a:off x="6348844" y="1117160"/>
            <a:ext cx="837962" cy="6773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直接连接符 309">
            <a:extLst>
              <a:ext uri="{FF2B5EF4-FFF2-40B4-BE49-F238E27FC236}">
                <a16:creationId xmlns:a16="http://schemas.microsoft.com/office/drawing/2014/main" id="{7BF74D44-F778-400A-4FC3-067ACF10F616}"/>
              </a:ext>
            </a:extLst>
          </p:cNvPr>
          <p:cNvCxnSpPr>
            <a:stCxn id="46" idx="1"/>
            <a:endCxn id="59" idx="5"/>
          </p:cNvCxnSpPr>
          <p:nvPr/>
        </p:nvCxnSpPr>
        <p:spPr>
          <a:xfrm>
            <a:off x="5956182" y="589221"/>
            <a:ext cx="235062" cy="11880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B6976E7B-145D-CEF3-8537-0DF001A98F4D}"/>
              </a:ext>
            </a:extLst>
          </p:cNvPr>
          <p:cNvCxnSpPr>
            <a:stCxn id="109" idx="2"/>
            <a:endCxn id="59" idx="7"/>
          </p:cNvCxnSpPr>
          <p:nvPr/>
        </p:nvCxnSpPr>
        <p:spPr>
          <a:xfrm flipV="1">
            <a:off x="5232884" y="1934874"/>
            <a:ext cx="941133" cy="6473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6" name="直接连接符 315">
            <a:extLst>
              <a:ext uri="{FF2B5EF4-FFF2-40B4-BE49-F238E27FC236}">
                <a16:creationId xmlns:a16="http://schemas.microsoft.com/office/drawing/2014/main" id="{CD6E0295-E3D4-1AA6-96F8-C09F2FF10FEA}"/>
              </a:ext>
            </a:extLst>
          </p:cNvPr>
          <p:cNvCxnSpPr>
            <a:stCxn id="98" idx="2"/>
            <a:endCxn id="97" idx="6"/>
          </p:cNvCxnSpPr>
          <p:nvPr/>
        </p:nvCxnSpPr>
        <p:spPr>
          <a:xfrm flipV="1">
            <a:off x="5708328" y="2436763"/>
            <a:ext cx="1111321" cy="1724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C873E264-B050-3531-71C2-65F04543E3A1}"/>
              </a:ext>
            </a:extLst>
          </p:cNvPr>
          <p:cNvCxnSpPr>
            <a:stCxn id="98" idx="3"/>
            <a:endCxn id="59" idx="0"/>
          </p:cNvCxnSpPr>
          <p:nvPr/>
        </p:nvCxnSpPr>
        <p:spPr>
          <a:xfrm flipV="1">
            <a:off x="5691089" y="1976128"/>
            <a:ext cx="558160" cy="5739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1" name="直接连接符 320">
            <a:extLst>
              <a:ext uri="{FF2B5EF4-FFF2-40B4-BE49-F238E27FC236}">
                <a16:creationId xmlns:a16="http://schemas.microsoft.com/office/drawing/2014/main" id="{D2ACE394-B9BE-E0B6-498A-62203B4FFB10}"/>
              </a:ext>
            </a:extLst>
          </p:cNvPr>
          <p:cNvCxnSpPr>
            <a:stCxn id="97" idx="5"/>
            <a:endCxn id="59" idx="1"/>
          </p:cNvCxnSpPr>
          <p:nvPr/>
        </p:nvCxnSpPr>
        <p:spPr>
          <a:xfrm flipH="1" flipV="1">
            <a:off x="6331617" y="1952101"/>
            <a:ext cx="529649" cy="4087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4" name="直接连接符 323">
            <a:extLst>
              <a:ext uri="{FF2B5EF4-FFF2-40B4-BE49-F238E27FC236}">
                <a16:creationId xmlns:a16="http://schemas.microsoft.com/office/drawing/2014/main" id="{DE98A0C2-81EB-99CA-67E3-299DA81DF366}"/>
              </a:ext>
            </a:extLst>
          </p:cNvPr>
          <p:cNvCxnSpPr>
            <a:stCxn id="99" idx="7"/>
            <a:endCxn id="97" idx="3"/>
          </p:cNvCxnSpPr>
          <p:nvPr/>
        </p:nvCxnSpPr>
        <p:spPr>
          <a:xfrm flipH="1">
            <a:off x="7020259" y="1691969"/>
            <a:ext cx="1019920" cy="6862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直接连接符 326">
            <a:extLst>
              <a:ext uri="{FF2B5EF4-FFF2-40B4-BE49-F238E27FC236}">
                <a16:creationId xmlns:a16="http://schemas.microsoft.com/office/drawing/2014/main" id="{B6F89851-3676-CBD8-089D-216878C7AC4C}"/>
              </a:ext>
            </a:extLst>
          </p:cNvPr>
          <p:cNvCxnSpPr>
            <a:stCxn id="118" idx="6"/>
            <a:endCxn id="96" idx="3"/>
          </p:cNvCxnSpPr>
          <p:nvPr/>
        </p:nvCxnSpPr>
        <p:spPr>
          <a:xfrm flipH="1">
            <a:off x="7737117" y="2587933"/>
            <a:ext cx="795364" cy="2874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直接连接符 329">
            <a:extLst>
              <a:ext uri="{FF2B5EF4-FFF2-40B4-BE49-F238E27FC236}">
                <a16:creationId xmlns:a16="http://schemas.microsoft.com/office/drawing/2014/main" id="{F88758A4-CC13-64D8-BD33-F6E19AA7CC8B}"/>
              </a:ext>
            </a:extLst>
          </p:cNvPr>
          <p:cNvCxnSpPr>
            <a:stCxn id="99" idx="0"/>
            <a:endCxn id="96" idx="4"/>
          </p:cNvCxnSpPr>
          <p:nvPr/>
        </p:nvCxnSpPr>
        <p:spPr>
          <a:xfrm flipH="1">
            <a:off x="7661884" y="1733586"/>
            <a:ext cx="454192" cy="11005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直接连接符 334">
            <a:extLst>
              <a:ext uri="{FF2B5EF4-FFF2-40B4-BE49-F238E27FC236}">
                <a16:creationId xmlns:a16="http://schemas.microsoft.com/office/drawing/2014/main" id="{1D8702DC-815F-A831-39FC-BBB4AF8E4AB0}"/>
              </a:ext>
            </a:extLst>
          </p:cNvPr>
          <p:cNvCxnSpPr>
            <a:endCxn id="11" idx="4"/>
          </p:cNvCxnSpPr>
          <p:nvPr/>
        </p:nvCxnSpPr>
        <p:spPr>
          <a:xfrm flipH="1">
            <a:off x="7130450" y="3027127"/>
            <a:ext cx="461520" cy="8424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直接连接符 339">
            <a:extLst>
              <a:ext uri="{FF2B5EF4-FFF2-40B4-BE49-F238E27FC236}">
                <a16:creationId xmlns:a16="http://schemas.microsoft.com/office/drawing/2014/main" id="{67A50FD9-8CAA-3BB3-FE63-FCBD36D876FF}"/>
              </a:ext>
            </a:extLst>
          </p:cNvPr>
          <p:cNvCxnSpPr>
            <a:stCxn id="61" idx="2"/>
            <a:endCxn id="96" idx="6"/>
          </p:cNvCxnSpPr>
          <p:nvPr/>
        </p:nvCxnSpPr>
        <p:spPr>
          <a:xfrm flipV="1">
            <a:off x="6327901" y="2933377"/>
            <a:ext cx="1210362" cy="414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a:extLst>
              <a:ext uri="{FF2B5EF4-FFF2-40B4-BE49-F238E27FC236}">
                <a16:creationId xmlns:a16="http://schemas.microsoft.com/office/drawing/2014/main" id="{370869DA-EFD3-E54B-8C69-A42CB3DAF4B7}"/>
              </a:ext>
            </a:extLst>
          </p:cNvPr>
          <p:cNvSpPr/>
          <p:nvPr/>
        </p:nvSpPr>
        <p:spPr>
          <a:xfrm rot="11174285">
            <a:off x="6541910" y="5663467"/>
            <a:ext cx="102364" cy="10236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4" name="直接连接符 363">
            <a:extLst>
              <a:ext uri="{FF2B5EF4-FFF2-40B4-BE49-F238E27FC236}">
                <a16:creationId xmlns:a16="http://schemas.microsoft.com/office/drawing/2014/main" id="{6776895C-858D-6BB0-C200-79ED906E24A2}"/>
              </a:ext>
            </a:extLst>
          </p:cNvPr>
          <p:cNvCxnSpPr>
            <a:stCxn id="175" idx="4"/>
            <a:endCxn id="13" idx="7"/>
          </p:cNvCxnSpPr>
          <p:nvPr/>
        </p:nvCxnSpPr>
        <p:spPr>
          <a:xfrm flipV="1">
            <a:off x="5701095" y="5016036"/>
            <a:ext cx="570210" cy="974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D580352D-9B55-DB7A-DAE3-CC3B4B2F8A9E}"/>
              </a:ext>
            </a:extLst>
          </p:cNvPr>
          <p:cNvCxnSpPr>
            <a:stCxn id="175" idx="2"/>
            <a:endCxn id="362" idx="0"/>
          </p:cNvCxnSpPr>
          <p:nvPr/>
        </p:nvCxnSpPr>
        <p:spPr>
          <a:xfrm flipV="1">
            <a:off x="5800355" y="5765528"/>
            <a:ext cx="787176" cy="349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497F5F5B-DE8A-C439-AE61-AC82EC0E0615}"/>
              </a:ext>
            </a:extLst>
          </p:cNvPr>
          <p:cNvCxnSpPr>
            <a:stCxn id="362" idx="1"/>
            <a:endCxn id="120" idx="6"/>
          </p:cNvCxnSpPr>
          <p:nvPr/>
        </p:nvCxnSpPr>
        <p:spPr>
          <a:xfrm>
            <a:off x="6625136" y="5754558"/>
            <a:ext cx="733198" cy="3701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6AE96AE9-0567-8F2D-829F-5FEEEF642349}"/>
              </a:ext>
            </a:extLst>
          </p:cNvPr>
          <p:cNvCxnSpPr>
            <a:stCxn id="55" idx="6"/>
            <a:endCxn id="32" idx="2"/>
          </p:cNvCxnSpPr>
          <p:nvPr/>
        </p:nvCxnSpPr>
        <p:spPr>
          <a:xfrm flipH="1">
            <a:off x="3640737" y="4101658"/>
            <a:ext cx="1372654" cy="962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1" name="直接连接符 620">
            <a:extLst>
              <a:ext uri="{FF2B5EF4-FFF2-40B4-BE49-F238E27FC236}">
                <a16:creationId xmlns:a16="http://schemas.microsoft.com/office/drawing/2014/main" id="{3505DEF1-5CFC-E12B-612D-19D838C02542}"/>
              </a:ext>
            </a:extLst>
          </p:cNvPr>
          <p:cNvCxnSpPr>
            <a:stCxn id="118" idx="2"/>
            <a:endCxn id="60" idx="5"/>
          </p:cNvCxnSpPr>
          <p:nvPr/>
        </p:nvCxnSpPr>
        <p:spPr>
          <a:xfrm>
            <a:off x="8678649" y="2603911"/>
            <a:ext cx="570778" cy="12700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1" name="椭圆 670">
            <a:extLst>
              <a:ext uri="{FF2B5EF4-FFF2-40B4-BE49-F238E27FC236}">
                <a16:creationId xmlns:a16="http://schemas.microsoft.com/office/drawing/2014/main" id="{3AA1D19E-E789-3AEF-9CEC-B81E83BA7DFF}"/>
              </a:ext>
            </a:extLst>
          </p:cNvPr>
          <p:cNvSpPr/>
          <p:nvPr/>
        </p:nvSpPr>
        <p:spPr>
          <a:xfrm>
            <a:off x="4780844" y="2224637"/>
            <a:ext cx="2630311" cy="2630311"/>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0">
                <a:latin typeface="24 LED" panose="020B0603050302020204" pitchFamily="34" charset="0"/>
              </a:rPr>
              <a:t>4</a:t>
            </a:r>
            <a:endParaRPr lang="zh-CN" altLang="en-US" sz="12000">
              <a:latin typeface="24 LED" panose="020B0603050302020204" pitchFamily="34" charset="0"/>
            </a:endParaRPr>
          </a:p>
        </p:txBody>
      </p:sp>
    </p:spTree>
    <p:extLst>
      <p:ext uri="{BB962C8B-B14F-4D97-AF65-F5344CB8AC3E}">
        <p14:creationId xmlns:p14="http://schemas.microsoft.com/office/powerpoint/2010/main" val="2027274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61" name="椭圆 60"/>
          <p:cNvSpPr/>
          <p:nvPr/>
        </p:nvSpPr>
        <p:spPr>
          <a:xfrm rot="11174285">
            <a:off x="2197626" y="1255505"/>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6" name="椭圆 45"/>
          <p:cNvSpPr/>
          <p:nvPr/>
        </p:nvSpPr>
        <p:spPr>
          <a:xfrm rot="11174285">
            <a:off x="1752639" y="-978915"/>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9" name="椭圆 58"/>
          <p:cNvSpPr/>
          <p:nvPr/>
        </p:nvSpPr>
        <p:spPr>
          <a:xfrm rot="11174285">
            <a:off x="2188501" y="-152166"/>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5" name="直接连接符 64"/>
          <p:cNvCxnSpPr>
            <a:cxnSpLocks/>
            <a:endCxn id="61" idx="6"/>
          </p:cNvCxnSpPr>
          <p:nvPr/>
        </p:nvCxnSpPr>
        <p:spPr>
          <a:xfrm flipV="1">
            <a:off x="1039921" y="1355428"/>
            <a:ext cx="1158369" cy="2599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1" idx="3"/>
            <a:endCxn id="97" idx="7"/>
          </p:cNvCxnSpPr>
          <p:nvPr/>
        </p:nvCxnSpPr>
        <p:spPr>
          <a:xfrm flipV="1">
            <a:off x="2397144" y="893034"/>
            <a:ext cx="674075" cy="4043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2" name="椭圆 91"/>
          <p:cNvSpPr/>
          <p:nvPr/>
        </p:nvSpPr>
        <p:spPr>
          <a:xfrm rot="11174285">
            <a:off x="-830722" y="139464"/>
            <a:ext cx="242906" cy="242906"/>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4" name="椭圆 93"/>
          <p:cNvSpPr/>
          <p:nvPr/>
        </p:nvSpPr>
        <p:spPr>
          <a:xfrm rot="11174285">
            <a:off x="-481892" y="-1032821"/>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5" name="椭圆 94"/>
          <p:cNvSpPr/>
          <p:nvPr/>
        </p:nvSpPr>
        <p:spPr>
          <a:xfrm rot="11174285">
            <a:off x="3341025" y="-367605"/>
            <a:ext cx="256794" cy="25679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6" name="椭圆 95"/>
          <p:cNvSpPr/>
          <p:nvPr/>
        </p:nvSpPr>
        <p:spPr>
          <a:xfrm rot="11174285">
            <a:off x="3774882" y="1127242"/>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7" name="椭圆 96"/>
          <p:cNvSpPr/>
          <p:nvPr/>
        </p:nvSpPr>
        <p:spPr>
          <a:xfrm rot="11174285">
            <a:off x="3046311" y="709133"/>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8" name="椭圆 97"/>
          <p:cNvSpPr/>
          <p:nvPr/>
        </p:nvSpPr>
        <p:spPr>
          <a:xfrm rot="11174285">
            <a:off x="1444900" y="618681"/>
            <a:ext cx="160862" cy="160862"/>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9" name="椭圆 98"/>
          <p:cNvSpPr/>
          <p:nvPr/>
        </p:nvSpPr>
        <p:spPr>
          <a:xfrm rot="11174285">
            <a:off x="4802506" y="451438"/>
            <a:ext cx="226188" cy="22618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02" name="直接连接符 101"/>
          <p:cNvCxnSpPr>
            <a:stCxn id="92" idx="1"/>
            <a:endCxn id="112" idx="6"/>
          </p:cNvCxnSpPr>
          <p:nvPr/>
        </p:nvCxnSpPr>
        <p:spPr>
          <a:xfrm>
            <a:off x="-633229" y="355620"/>
            <a:ext cx="750441" cy="4587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94" idx="3"/>
            <a:endCxn id="107" idx="6"/>
          </p:cNvCxnSpPr>
          <p:nvPr/>
        </p:nvCxnSpPr>
        <p:spPr>
          <a:xfrm>
            <a:off x="-280612" y="-990534"/>
            <a:ext cx="1223980" cy="2518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96" idx="5"/>
            <a:endCxn id="97" idx="1"/>
          </p:cNvCxnSpPr>
          <p:nvPr/>
        </p:nvCxnSpPr>
        <p:spPr>
          <a:xfrm flipH="1" flipV="1">
            <a:off x="3230212" y="910413"/>
            <a:ext cx="586588" cy="241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7" name="椭圆 106"/>
          <p:cNvSpPr/>
          <p:nvPr/>
        </p:nvSpPr>
        <p:spPr>
          <a:xfrm rot="11174285">
            <a:off x="943065" y="-784344"/>
            <a:ext cx="102364" cy="102364"/>
          </a:xfrm>
          <a:prstGeom prst="ellipse">
            <a:avLst/>
          </a:prstGeom>
          <a:solidFill>
            <a:srgbClr val="59595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08" name="直接连接符 107"/>
          <p:cNvCxnSpPr>
            <a:stCxn id="109" idx="2"/>
            <a:endCxn id="98" idx="5"/>
          </p:cNvCxnSpPr>
          <p:nvPr/>
        </p:nvCxnSpPr>
        <p:spPr>
          <a:xfrm>
            <a:off x="1093561" y="62144"/>
            <a:ext cx="381414" cy="5742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9" name="椭圆 108"/>
          <p:cNvSpPr/>
          <p:nvPr/>
        </p:nvSpPr>
        <p:spPr>
          <a:xfrm rot="11174285">
            <a:off x="940521" y="-22942"/>
            <a:ext cx="153494" cy="15349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10" name="直接连接符 109"/>
          <p:cNvCxnSpPr>
            <a:stCxn id="46" idx="0"/>
            <a:endCxn id="109" idx="3"/>
          </p:cNvCxnSpPr>
          <p:nvPr/>
        </p:nvCxnSpPr>
        <p:spPr>
          <a:xfrm flipH="1">
            <a:off x="1077111" y="-753397"/>
            <a:ext cx="776333" cy="7591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95" idx="6"/>
            <a:endCxn id="46" idx="2"/>
          </p:cNvCxnSpPr>
          <p:nvPr/>
        </p:nvCxnSpPr>
        <p:spPr>
          <a:xfrm flipH="1" flipV="1">
            <a:off x="1978157" y="-853532"/>
            <a:ext cx="1363628" cy="6003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2" name="椭圆 111"/>
          <p:cNvSpPr/>
          <p:nvPr/>
        </p:nvSpPr>
        <p:spPr>
          <a:xfrm rot="11174285">
            <a:off x="116548" y="714478"/>
            <a:ext cx="224209" cy="22420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13" name="直接连接符 112"/>
          <p:cNvCxnSpPr>
            <a:stCxn id="95" idx="0"/>
            <a:endCxn id="97" idx="4"/>
          </p:cNvCxnSpPr>
          <p:nvPr/>
        </p:nvCxnSpPr>
        <p:spPr>
          <a:xfrm flipH="1">
            <a:off x="3171694" y="-111571"/>
            <a:ext cx="283776" cy="8213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99" idx="4"/>
            <a:endCxn id="95" idx="2"/>
          </p:cNvCxnSpPr>
          <p:nvPr/>
        </p:nvCxnSpPr>
        <p:spPr>
          <a:xfrm flipH="1" flipV="1">
            <a:off x="3597059" y="-225256"/>
            <a:ext cx="1330830" cy="67736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92" idx="4"/>
            <a:endCxn id="94" idx="7"/>
          </p:cNvCxnSpPr>
          <p:nvPr/>
        </p:nvCxnSpPr>
        <p:spPr>
          <a:xfrm flipV="1">
            <a:off x="-696072" y="-848920"/>
            <a:ext cx="239088" cy="98910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98" idx="2"/>
            <a:endCxn id="61" idx="4"/>
          </p:cNvCxnSpPr>
          <p:nvPr/>
        </p:nvCxnSpPr>
        <p:spPr>
          <a:xfrm>
            <a:off x="1605286" y="707852"/>
            <a:ext cx="716625" cy="548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46" idx="6"/>
            <a:endCxn id="107" idx="3"/>
          </p:cNvCxnSpPr>
          <p:nvPr/>
        </p:nvCxnSpPr>
        <p:spPr>
          <a:xfrm flipH="1">
            <a:off x="1034156" y="-878110"/>
            <a:ext cx="719153" cy="11290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07" idx="1"/>
            <a:endCxn id="109" idx="5"/>
          </p:cNvCxnSpPr>
          <p:nvPr/>
        </p:nvCxnSpPr>
        <p:spPr>
          <a:xfrm flipH="1">
            <a:off x="969218" y="-693253"/>
            <a:ext cx="57073" cy="68721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cxnSpLocks/>
            <a:stCxn id="112" idx="1"/>
          </p:cNvCxnSpPr>
          <p:nvPr/>
        </p:nvCxnSpPr>
        <p:spPr>
          <a:xfrm>
            <a:off x="298839" y="913996"/>
            <a:ext cx="669129" cy="6935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a:stCxn id="92" idx="2"/>
            <a:endCxn id="109" idx="7"/>
          </p:cNvCxnSpPr>
          <p:nvPr/>
        </p:nvCxnSpPr>
        <p:spPr>
          <a:xfrm flipV="1">
            <a:off x="-588535" y="101855"/>
            <a:ext cx="1545960" cy="1722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直接连接符 288"/>
          <p:cNvCxnSpPr>
            <a:stCxn id="94" idx="1"/>
            <a:endCxn id="109" idx="0"/>
          </p:cNvCxnSpPr>
          <p:nvPr/>
        </p:nvCxnSpPr>
        <p:spPr>
          <a:xfrm>
            <a:off x="-297991" y="-831541"/>
            <a:ext cx="1306920" cy="9616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112" idx="2"/>
            <a:endCxn id="109" idx="0"/>
          </p:cNvCxnSpPr>
          <p:nvPr/>
        </p:nvCxnSpPr>
        <p:spPr>
          <a:xfrm flipV="1">
            <a:off x="340093" y="130098"/>
            <a:ext cx="668836" cy="7086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112" idx="2"/>
            <a:endCxn id="98" idx="7"/>
          </p:cNvCxnSpPr>
          <p:nvPr/>
        </p:nvCxnSpPr>
        <p:spPr>
          <a:xfrm flipV="1">
            <a:off x="340093" y="749468"/>
            <a:ext cx="1122522" cy="892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4" name="直接连接符 303"/>
          <p:cNvCxnSpPr>
            <a:cxnSpLocks/>
            <a:endCxn id="98" idx="0"/>
          </p:cNvCxnSpPr>
          <p:nvPr/>
        </p:nvCxnSpPr>
        <p:spPr>
          <a:xfrm flipV="1">
            <a:off x="1039921" y="779067"/>
            <a:ext cx="476670" cy="8363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95" idx="7"/>
            <a:endCxn id="59" idx="3"/>
          </p:cNvCxnSpPr>
          <p:nvPr/>
        </p:nvCxnSpPr>
        <p:spPr>
          <a:xfrm flipH="1">
            <a:off x="2388019" y="-158821"/>
            <a:ext cx="981285" cy="485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直接连接符 309"/>
          <p:cNvCxnSpPr>
            <a:stCxn id="46" idx="1"/>
            <a:endCxn id="59" idx="5"/>
          </p:cNvCxnSpPr>
          <p:nvPr/>
        </p:nvCxnSpPr>
        <p:spPr>
          <a:xfrm>
            <a:off x="1936540" y="-777635"/>
            <a:ext cx="293879" cy="6501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109" idx="2"/>
            <a:endCxn id="59" idx="7"/>
          </p:cNvCxnSpPr>
          <p:nvPr/>
        </p:nvCxnSpPr>
        <p:spPr>
          <a:xfrm flipV="1">
            <a:off x="1093561" y="30125"/>
            <a:ext cx="1119631" cy="32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6" name="直接连接符 315"/>
          <p:cNvCxnSpPr>
            <a:stCxn id="98" idx="2"/>
            <a:endCxn id="97" idx="6"/>
          </p:cNvCxnSpPr>
          <p:nvPr/>
        </p:nvCxnSpPr>
        <p:spPr>
          <a:xfrm>
            <a:off x="1605286" y="707852"/>
            <a:ext cx="1441695" cy="1020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8" name="直接连接符 317"/>
          <p:cNvCxnSpPr>
            <a:stCxn id="98" idx="3"/>
            <a:endCxn id="59" idx="0"/>
          </p:cNvCxnSpPr>
          <p:nvPr/>
        </p:nvCxnSpPr>
        <p:spPr>
          <a:xfrm flipV="1">
            <a:off x="1588047" y="71379"/>
            <a:ext cx="700377" cy="5773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1" name="直接连接符 320"/>
          <p:cNvCxnSpPr>
            <a:stCxn id="97" idx="5"/>
            <a:endCxn id="59" idx="1"/>
          </p:cNvCxnSpPr>
          <p:nvPr/>
        </p:nvCxnSpPr>
        <p:spPr>
          <a:xfrm flipH="1" flipV="1">
            <a:off x="2370792" y="47352"/>
            <a:ext cx="717806" cy="6866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4" name="直接连接符 323"/>
          <p:cNvCxnSpPr>
            <a:cxnSpLocks/>
            <a:endCxn id="97" idx="3"/>
          </p:cNvCxnSpPr>
          <p:nvPr/>
        </p:nvCxnSpPr>
        <p:spPr>
          <a:xfrm flipH="1">
            <a:off x="3247591" y="189482"/>
            <a:ext cx="1233477" cy="56193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直接连接符 329"/>
          <p:cNvCxnSpPr>
            <a:stCxn id="99" idx="0"/>
            <a:endCxn id="96" idx="4"/>
          </p:cNvCxnSpPr>
          <p:nvPr/>
        </p:nvCxnSpPr>
        <p:spPr>
          <a:xfrm flipH="1">
            <a:off x="3899167" y="676956"/>
            <a:ext cx="1004144" cy="4509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直接连接符 339"/>
          <p:cNvCxnSpPr>
            <a:stCxn id="61" idx="2"/>
            <a:endCxn id="96" idx="6"/>
          </p:cNvCxnSpPr>
          <p:nvPr/>
        </p:nvCxnSpPr>
        <p:spPr>
          <a:xfrm flipV="1">
            <a:off x="2421171" y="1227165"/>
            <a:ext cx="1354375" cy="1526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28" name="组合 227"/>
          <p:cNvGrpSpPr/>
          <p:nvPr/>
        </p:nvGrpSpPr>
        <p:grpSpPr>
          <a:xfrm>
            <a:off x="8443146" y="4859296"/>
            <a:ext cx="3748854" cy="1861544"/>
            <a:chOff x="8443146" y="4859296"/>
            <a:chExt cx="3748854" cy="1861544"/>
          </a:xfrm>
        </p:grpSpPr>
        <p:sp>
          <p:nvSpPr>
            <p:cNvPr id="11" name="椭圆 10"/>
            <p:cNvSpPr/>
            <p:nvPr/>
          </p:nvSpPr>
          <p:spPr>
            <a:xfrm rot="11174285">
              <a:off x="11026669" y="4949625"/>
              <a:ext cx="180325" cy="18032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 name="椭圆 11"/>
            <p:cNvSpPr/>
            <p:nvPr/>
          </p:nvSpPr>
          <p:spPr>
            <a:xfrm rot="11174285">
              <a:off x="9333269" y="5773257"/>
              <a:ext cx="145815" cy="1458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椭圆 12"/>
            <p:cNvSpPr/>
            <p:nvPr/>
          </p:nvSpPr>
          <p:spPr>
            <a:xfrm rot="11174285">
              <a:off x="10468751" y="5666475"/>
              <a:ext cx="168320" cy="168320"/>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4" name="椭圆 13"/>
            <p:cNvSpPr/>
            <p:nvPr/>
          </p:nvSpPr>
          <p:spPr>
            <a:xfrm rot="11174285">
              <a:off x="10270657" y="5100235"/>
              <a:ext cx="119707" cy="119707"/>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2" name="椭圆 31"/>
            <p:cNvSpPr/>
            <p:nvPr/>
          </p:nvSpPr>
          <p:spPr>
            <a:xfrm rot="11174285">
              <a:off x="8443146" y="5790880"/>
              <a:ext cx="86833" cy="8683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44" name="直接连接符 43"/>
            <p:cNvCxnSpPr>
              <a:stCxn id="12" idx="3"/>
              <a:endCxn id="55" idx="7"/>
            </p:cNvCxnSpPr>
            <p:nvPr/>
          </p:nvCxnSpPr>
          <p:spPr>
            <a:xfrm flipV="1">
              <a:off x="9463026" y="4952165"/>
              <a:ext cx="246834" cy="8483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55" idx="2"/>
              <a:endCxn id="14" idx="6"/>
            </p:cNvCxnSpPr>
            <p:nvPr/>
          </p:nvCxnSpPr>
          <p:spPr>
            <a:xfrm>
              <a:off x="9811167" y="4922614"/>
              <a:ext cx="459845" cy="230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11" idx="7"/>
              <a:endCxn id="14" idx="3"/>
            </p:cNvCxnSpPr>
            <p:nvPr/>
          </p:nvCxnSpPr>
          <p:spPr>
            <a:xfrm flipH="1">
              <a:off x="10377182" y="5096237"/>
              <a:ext cx="669346" cy="2637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rot="11174285">
              <a:off x="9697280" y="4859296"/>
              <a:ext cx="114224" cy="114224"/>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a:stCxn id="11" idx="0"/>
              <a:endCxn id="13" idx="4"/>
            </p:cNvCxnSpPr>
            <p:nvPr/>
          </p:nvCxnSpPr>
          <p:spPr>
            <a:xfrm flipH="1">
              <a:off x="10562056" y="5129417"/>
              <a:ext cx="544978" cy="5375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2" idx="2"/>
              <a:endCxn id="12" idx="6"/>
            </p:cNvCxnSpPr>
            <p:nvPr/>
          </p:nvCxnSpPr>
          <p:spPr>
            <a:xfrm flipV="1">
              <a:off x="8529722" y="5838243"/>
              <a:ext cx="803978" cy="7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rot="11174285">
              <a:off x="11967666" y="5353834"/>
              <a:ext cx="109420" cy="10942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7" name="椭圆 56"/>
            <p:cNvSpPr/>
            <p:nvPr/>
          </p:nvSpPr>
          <p:spPr>
            <a:xfrm rot="11174285">
              <a:off x="12049155" y="6210887"/>
              <a:ext cx="142845" cy="142845"/>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3" name="直接连接符 62"/>
            <p:cNvCxnSpPr>
              <a:stCxn id="14" idx="7"/>
              <a:endCxn id="12" idx="3"/>
            </p:cNvCxnSpPr>
            <p:nvPr/>
          </p:nvCxnSpPr>
          <p:spPr>
            <a:xfrm flipH="1">
              <a:off x="9463026" y="5197562"/>
              <a:ext cx="820814" cy="6029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57" idx="7"/>
              <a:endCxn id="54" idx="2"/>
            </p:cNvCxnSpPr>
            <p:nvPr/>
          </p:nvCxnSpPr>
          <p:spPr>
            <a:xfrm flipV="1">
              <a:off x="12064886" y="5414489"/>
              <a:ext cx="11876" cy="9125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椭圆 115"/>
            <p:cNvSpPr/>
            <p:nvPr/>
          </p:nvSpPr>
          <p:spPr>
            <a:xfrm rot="11174285">
              <a:off x="8711062" y="6537442"/>
              <a:ext cx="168320" cy="168320"/>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0" name="椭圆 119"/>
            <p:cNvSpPr/>
            <p:nvPr/>
          </p:nvSpPr>
          <p:spPr>
            <a:xfrm rot="11174285">
              <a:off x="11295717" y="6553993"/>
              <a:ext cx="166847" cy="16684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75" name="椭圆 174"/>
            <p:cNvSpPr/>
            <p:nvPr/>
          </p:nvSpPr>
          <p:spPr>
            <a:xfrm rot="11174285">
              <a:off x="9970471" y="6528301"/>
              <a:ext cx="166847" cy="16684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76" name="椭圆 175"/>
            <p:cNvSpPr/>
            <p:nvPr/>
          </p:nvSpPr>
          <p:spPr>
            <a:xfrm rot="11174285">
              <a:off x="11504945" y="6008612"/>
              <a:ext cx="119707" cy="119707"/>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12" name="直接连接符 211"/>
            <p:cNvCxnSpPr>
              <a:stCxn id="116" idx="2"/>
              <a:endCxn id="175" idx="6"/>
            </p:cNvCxnSpPr>
            <p:nvPr/>
          </p:nvCxnSpPr>
          <p:spPr>
            <a:xfrm flipV="1">
              <a:off x="8878884" y="6602660"/>
              <a:ext cx="1092081" cy="280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116" idx="4"/>
              <a:endCxn id="12" idx="7"/>
            </p:cNvCxnSpPr>
            <p:nvPr/>
          </p:nvCxnSpPr>
          <p:spPr>
            <a:xfrm flipV="1">
              <a:off x="8804367" y="5891811"/>
              <a:ext cx="544960" cy="6461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a:stCxn id="116" idx="5"/>
              <a:endCxn id="32" idx="1"/>
            </p:cNvCxnSpPr>
            <p:nvPr/>
          </p:nvCxnSpPr>
          <p:spPr>
            <a:xfrm flipH="1" flipV="1">
              <a:off x="8513745" y="5868151"/>
              <a:ext cx="228785" cy="6878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a:stCxn id="11" idx="1"/>
              <a:endCxn id="176" idx="4"/>
            </p:cNvCxnSpPr>
            <p:nvPr/>
          </p:nvCxnSpPr>
          <p:spPr>
            <a:xfrm>
              <a:off x="11173281" y="5110092"/>
              <a:ext cx="398022" cy="8988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a:stCxn id="11" idx="2"/>
              <a:endCxn id="54" idx="6"/>
            </p:cNvCxnSpPr>
            <p:nvPr/>
          </p:nvCxnSpPr>
          <p:spPr>
            <a:xfrm>
              <a:off x="11206461" y="5049585"/>
              <a:ext cx="761529" cy="3530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stCxn id="54" idx="7"/>
              <a:endCxn id="176" idx="3"/>
            </p:cNvCxnSpPr>
            <p:nvPr/>
          </p:nvCxnSpPr>
          <p:spPr>
            <a:xfrm flipH="1">
              <a:off x="11611469" y="5442797"/>
              <a:ext cx="368246" cy="5881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a:stCxn id="57" idx="7"/>
              <a:endCxn id="176" idx="2"/>
            </p:cNvCxnSpPr>
            <p:nvPr/>
          </p:nvCxnSpPr>
          <p:spPr>
            <a:xfrm flipH="1" flipV="1">
              <a:off x="11624298" y="6074969"/>
              <a:ext cx="440588" cy="2520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a:stCxn id="120" idx="4"/>
              <a:endCxn id="176" idx="1"/>
            </p:cNvCxnSpPr>
            <p:nvPr/>
          </p:nvCxnSpPr>
          <p:spPr>
            <a:xfrm flipV="1">
              <a:off x="11388205" y="6115136"/>
              <a:ext cx="214067" cy="4393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a:stCxn id="14" idx="1"/>
              <a:endCxn id="13" idx="5"/>
            </p:cNvCxnSpPr>
            <p:nvPr/>
          </p:nvCxnSpPr>
          <p:spPr>
            <a:xfrm>
              <a:off x="10367984" y="5206759"/>
              <a:ext cx="132236" cy="4782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a:stCxn id="12" idx="2"/>
              <a:endCxn id="13" idx="6"/>
            </p:cNvCxnSpPr>
            <p:nvPr/>
          </p:nvCxnSpPr>
          <p:spPr>
            <a:xfrm flipV="1">
              <a:off x="9478653" y="5741490"/>
              <a:ext cx="990597" cy="1125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a:stCxn id="362" idx="4"/>
              <a:endCxn id="13" idx="0"/>
            </p:cNvCxnSpPr>
            <p:nvPr/>
          </p:nvCxnSpPr>
          <p:spPr>
            <a:xfrm flipH="1" flipV="1">
              <a:off x="10543767" y="5834296"/>
              <a:ext cx="187120" cy="4510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a:stCxn id="362" idx="2"/>
              <a:endCxn id="176" idx="7"/>
            </p:cNvCxnSpPr>
            <p:nvPr/>
          </p:nvCxnSpPr>
          <p:spPr>
            <a:xfrm flipV="1">
              <a:off x="10764610" y="6105938"/>
              <a:ext cx="753517" cy="2214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a:endCxn id="176" idx="6"/>
            </p:cNvCxnSpPr>
            <p:nvPr/>
          </p:nvCxnSpPr>
          <p:spPr>
            <a:xfrm>
              <a:off x="10592158" y="5762088"/>
              <a:ext cx="913141" cy="2998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a:stCxn id="175" idx="6"/>
              <a:endCxn id="12" idx="1"/>
            </p:cNvCxnSpPr>
            <p:nvPr/>
          </p:nvCxnSpPr>
          <p:spPr>
            <a:xfrm flipH="1" flipV="1">
              <a:off x="9451823" y="5903014"/>
              <a:ext cx="519143" cy="6996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2" name="椭圆 361"/>
            <p:cNvSpPr/>
            <p:nvPr/>
          </p:nvSpPr>
          <p:spPr>
            <a:xfrm rot="11174285">
              <a:off x="10688661" y="6285119"/>
              <a:ext cx="76175" cy="7617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364" name="直接连接符 363"/>
            <p:cNvCxnSpPr>
              <a:stCxn id="175" idx="4"/>
              <a:endCxn id="13" idx="7"/>
            </p:cNvCxnSpPr>
            <p:nvPr/>
          </p:nvCxnSpPr>
          <p:spPr>
            <a:xfrm flipV="1">
              <a:off x="10062959" y="5803327"/>
              <a:ext cx="424328" cy="72546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p:cNvCxnSpPr>
              <a:stCxn id="175" idx="2"/>
              <a:endCxn id="362" idx="0"/>
            </p:cNvCxnSpPr>
            <p:nvPr/>
          </p:nvCxnSpPr>
          <p:spPr>
            <a:xfrm flipV="1">
              <a:off x="10136825" y="6361069"/>
              <a:ext cx="585785" cy="2597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直接连接符 370"/>
            <p:cNvCxnSpPr>
              <a:stCxn id="362" idx="1"/>
              <a:endCxn id="120" idx="6"/>
            </p:cNvCxnSpPr>
            <p:nvPr/>
          </p:nvCxnSpPr>
          <p:spPr>
            <a:xfrm>
              <a:off x="10750594" y="6352906"/>
              <a:ext cx="545617" cy="275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连接符 377"/>
            <p:cNvCxnSpPr>
              <a:stCxn id="55" idx="6"/>
              <a:endCxn id="32" idx="2"/>
            </p:cNvCxnSpPr>
            <p:nvPr/>
          </p:nvCxnSpPr>
          <p:spPr>
            <a:xfrm flipH="1">
              <a:off x="8529722" y="4910203"/>
              <a:ext cx="1167896" cy="9288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1" name="椭圆 180"/>
          <p:cNvSpPr/>
          <p:nvPr/>
        </p:nvSpPr>
        <p:spPr>
          <a:xfrm>
            <a:off x="2868771" y="4895416"/>
            <a:ext cx="722026" cy="722026"/>
          </a:xfrm>
          <a:prstGeom prst="ellipse">
            <a:avLst/>
          </a:prstGeom>
          <a:noFill/>
          <a:ln>
            <a:solidFill>
              <a:srgbClr val="6969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0" b="0" i="0" u="none" strike="noStrike" kern="1200" cap="none" spc="0" normalizeH="0" baseline="0" noProof="0">
              <a:ln>
                <a:noFill/>
              </a:ln>
              <a:solidFill>
                <a:prstClr val="white"/>
              </a:solidFill>
              <a:effectLst/>
              <a:uLnTx/>
              <a:uFillTx/>
              <a:latin typeface="24 LED" panose="020B0603050302020204" pitchFamily="34" charset="0"/>
              <a:ea typeface="微软雅黑"/>
              <a:cs typeface="+mn-cs"/>
            </a:endParaRPr>
          </a:p>
        </p:txBody>
      </p:sp>
      <p:sp>
        <p:nvSpPr>
          <p:cNvPr id="183" name="椭圆 182"/>
          <p:cNvSpPr/>
          <p:nvPr/>
        </p:nvSpPr>
        <p:spPr>
          <a:xfrm>
            <a:off x="5130799" y="5712197"/>
            <a:ext cx="376369" cy="376369"/>
          </a:xfrm>
          <a:prstGeom prst="ellipse">
            <a:avLst/>
          </a:prstGeom>
          <a:solidFill>
            <a:srgbClr val="BFBFBF"/>
          </a:solidFill>
          <a:ln>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0" b="0" i="0" u="none" strike="noStrike" kern="1200" cap="none" spc="0" normalizeH="0" baseline="0" noProof="0">
              <a:ln>
                <a:noFill/>
              </a:ln>
              <a:solidFill>
                <a:prstClr val="white"/>
              </a:solidFill>
              <a:effectLst/>
              <a:uLnTx/>
              <a:uFillTx/>
              <a:latin typeface="24 LED" panose="020B0603050302020204" pitchFamily="34" charset="0"/>
              <a:ea typeface="微软雅黑"/>
              <a:cs typeface="+mn-cs"/>
            </a:endParaRPr>
          </a:p>
        </p:txBody>
      </p:sp>
      <p:sp>
        <p:nvSpPr>
          <p:cNvPr id="184" name="椭圆 183"/>
          <p:cNvSpPr/>
          <p:nvPr/>
        </p:nvSpPr>
        <p:spPr>
          <a:xfrm>
            <a:off x="7996662" y="2723671"/>
            <a:ext cx="521334" cy="521334"/>
          </a:xfrm>
          <a:prstGeom prst="ellipse">
            <a:avLst/>
          </a:prstGeom>
          <a:solidFill>
            <a:srgbClr val="BFBFBF"/>
          </a:solidFill>
          <a:ln>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0" b="0" i="0" u="none" strike="noStrike" kern="1200" cap="none" spc="0" normalizeH="0" baseline="0" noProof="0">
              <a:ln>
                <a:noFill/>
              </a:ln>
              <a:solidFill>
                <a:prstClr val="white"/>
              </a:solidFill>
              <a:effectLst/>
              <a:uLnTx/>
              <a:uFillTx/>
              <a:latin typeface="24 LED" panose="020B0603050302020204" pitchFamily="34" charset="0"/>
              <a:ea typeface="微软雅黑"/>
              <a:cs typeface="+mn-cs"/>
            </a:endParaRPr>
          </a:p>
        </p:txBody>
      </p:sp>
      <p:sp>
        <p:nvSpPr>
          <p:cNvPr id="185" name="椭圆 184"/>
          <p:cNvSpPr/>
          <p:nvPr/>
        </p:nvSpPr>
        <p:spPr>
          <a:xfrm>
            <a:off x="5933686" y="2311076"/>
            <a:ext cx="455962" cy="455962"/>
          </a:xfrm>
          <a:prstGeom prst="ellipse">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0" b="0" i="0" u="none" strike="noStrike" kern="1200" cap="none" spc="0" normalizeH="0" baseline="0" noProof="0">
              <a:ln>
                <a:noFill/>
              </a:ln>
              <a:solidFill>
                <a:prstClr val="white"/>
              </a:solidFill>
              <a:effectLst/>
              <a:uLnTx/>
              <a:uFillTx/>
              <a:latin typeface="24 LED" panose="020B0603050302020204" pitchFamily="34" charset="0"/>
              <a:ea typeface="微软雅黑"/>
              <a:cs typeface="+mn-cs"/>
            </a:endParaRPr>
          </a:p>
        </p:txBody>
      </p:sp>
      <p:sp>
        <p:nvSpPr>
          <p:cNvPr id="186" name="椭圆 185"/>
          <p:cNvSpPr/>
          <p:nvPr/>
        </p:nvSpPr>
        <p:spPr>
          <a:xfrm>
            <a:off x="5309217" y="2210715"/>
            <a:ext cx="355602" cy="355602"/>
          </a:xfrm>
          <a:prstGeom prst="ellipse">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0" b="0" i="0" u="none" strike="noStrike" kern="1200" cap="none" spc="0" normalizeH="0" baseline="0" noProof="0">
              <a:ln>
                <a:noFill/>
              </a:ln>
              <a:solidFill>
                <a:prstClr val="white"/>
              </a:solidFill>
              <a:effectLst/>
              <a:uLnTx/>
              <a:uFillTx/>
              <a:latin typeface="24 LED" panose="020B0603050302020204" pitchFamily="34" charset="0"/>
              <a:ea typeface="微软雅黑"/>
              <a:cs typeface="+mn-cs"/>
            </a:endParaRPr>
          </a:p>
        </p:txBody>
      </p:sp>
      <p:sp>
        <p:nvSpPr>
          <p:cNvPr id="188" name="椭圆 187"/>
          <p:cNvSpPr/>
          <p:nvPr/>
        </p:nvSpPr>
        <p:spPr>
          <a:xfrm>
            <a:off x="6666706" y="1494233"/>
            <a:ext cx="431990" cy="43199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0" b="0" i="0" u="none" strike="noStrike" kern="1200" cap="none" spc="0" normalizeH="0" baseline="0" noProof="0">
              <a:ln>
                <a:noFill/>
              </a:ln>
              <a:solidFill>
                <a:prstClr val="white"/>
              </a:solidFill>
              <a:effectLst/>
              <a:uLnTx/>
              <a:uFillTx/>
              <a:latin typeface="24 LED" panose="020B0603050302020204" pitchFamily="34" charset="0"/>
              <a:ea typeface="微软雅黑"/>
              <a:cs typeface="+mn-cs"/>
            </a:endParaRPr>
          </a:p>
        </p:txBody>
      </p:sp>
      <p:sp>
        <p:nvSpPr>
          <p:cNvPr id="189" name="椭圆 188"/>
          <p:cNvSpPr/>
          <p:nvPr/>
        </p:nvSpPr>
        <p:spPr>
          <a:xfrm>
            <a:off x="4481067" y="4449307"/>
            <a:ext cx="334566" cy="33456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0" b="0" i="0" u="none" strike="noStrike" kern="1200" cap="none" spc="0" normalizeH="0" baseline="0" noProof="0">
              <a:ln>
                <a:noFill/>
              </a:ln>
              <a:solidFill>
                <a:prstClr val="white"/>
              </a:solidFill>
              <a:effectLst/>
              <a:uLnTx/>
              <a:uFillTx/>
              <a:latin typeface="24 LED" panose="020B0603050302020204" pitchFamily="34" charset="0"/>
              <a:ea typeface="微软雅黑"/>
              <a:cs typeface="+mn-cs"/>
            </a:endParaRPr>
          </a:p>
        </p:txBody>
      </p:sp>
      <p:sp>
        <p:nvSpPr>
          <p:cNvPr id="4" name="文本框 3">
            <a:extLst>
              <a:ext uri="{FF2B5EF4-FFF2-40B4-BE49-F238E27FC236}">
                <a16:creationId xmlns:a16="http://schemas.microsoft.com/office/drawing/2014/main" id="{4AD1B996-4521-C222-00C4-C0EAC2FEEFDD}"/>
              </a:ext>
            </a:extLst>
          </p:cNvPr>
          <p:cNvSpPr txBox="1"/>
          <p:nvPr/>
        </p:nvSpPr>
        <p:spPr>
          <a:xfrm>
            <a:off x="4166385" y="400259"/>
            <a:ext cx="389774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a:ln>
                  <a:noFill/>
                </a:ln>
                <a:solidFill>
                  <a:prstClr val="black"/>
                </a:solidFill>
                <a:effectLst/>
                <a:uLnTx/>
                <a:uFillTx/>
                <a:latin typeface="Arial"/>
                <a:ea typeface="微软雅黑"/>
                <a:cs typeface="+mn-cs"/>
              </a:rPr>
              <a:t>Conclusion</a:t>
            </a:r>
            <a:endParaRPr kumimoji="0" lang="zh-CN" altLang="en-US" sz="4000" b="0" i="0" u="none" strike="noStrike" kern="1200" cap="none" spc="0" normalizeH="0" baseline="0" noProof="0">
              <a:ln>
                <a:noFill/>
              </a:ln>
              <a:solidFill>
                <a:prstClr val="black"/>
              </a:solidFill>
              <a:effectLst/>
              <a:uLnTx/>
              <a:uFillTx/>
              <a:latin typeface="Arial"/>
              <a:ea typeface="微软雅黑"/>
              <a:cs typeface="+mn-cs"/>
            </a:endParaRPr>
          </a:p>
        </p:txBody>
      </p:sp>
      <p:sp>
        <p:nvSpPr>
          <p:cNvPr id="5" name="文本框 4">
            <a:extLst>
              <a:ext uri="{FF2B5EF4-FFF2-40B4-BE49-F238E27FC236}">
                <a16:creationId xmlns:a16="http://schemas.microsoft.com/office/drawing/2014/main" id="{D58ADFF7-6242-9565-3598-794A345DEBC3}"/>
              </a:ext>
            </a:extLst>
          </p:cNvPr>
          <p:cNvSpPr txBox="1"/>
          <p:nvPr/>
        </p:nvSpPr>
        <p:spPr>
          <a:xfrm>
            <a:off x="1341846" y="1183188"/>
            <a:ext cx="9422763" cy="3694409"/>
          </a:xfrm>
          <a:prstGeom prst="rect">
            <a:avLst/>
          </a:prstGeom>
          <a:noFill/>
        </p:spPr>
        <p:txBody>
          <a:bodyPr wrap="square" rtlCol="0">
            <a:spAutoFit/>
          </a:bodyPr>
          <a:lstStyle/>
          <a:p>
            <a:pPr>
              <a:lnSpc>
                <a:spcPct val="150000"/>
              </a:lnSpc>
              <a:defRPr/>
            </a:pPr>
            <a:r>
              <a:rPr lang="en-US" altLang="zh-CN" sz="3200"/>
              <a:t>Our goal is to create lightweight LLMs for real-time tasks—without giving up the ability to verify originality or protect intellectual property.</a:t>
            </a:r>
          </a:p>
          <a:p>
            <a:pPr>
              <a:lnSpc>
                <a:spcPct val="150000"/>
              </a:lnSpc>
              <a:defRPr/>
            </a:pPr>
            <a:r>
              <a:rPr lang="en-US" altLang="zh-CN" sz="3200"/>
              <a:t>A </a:t>
            </a:r>
            <a:r>
              <a:rPr lang="en-US" altLang="zh-CN" sz="3200" b="1"/>
              <a:t>modular distillation framework</a:t>
            </a:r>
            <a:r>
              <a:rPr lang="en-US" altLang="zh-CN" sz="3200"/>
              <a:t> that allows watermarks to be added separately is proposed.</a:t>
            </a:r>
            <a:endParaRPr kumimoji="0" lang="zh-CN" altLang="en-US" sz="3200" i="0" u="none" strike="noStrike" kern="1200" cap="none" spc="0" normalizeH="0" baseline="0" noProof="0">
              <a:ln>
                <a:noFill/>
              </a:ln>
              <a:solidFill>
                <a:prstClr val="black"/>
              </a:solidFill>
              <a:effectLst/>
              <a:uLnTx/>
              <a:uFillTx/>
              <a:latin typeface="Arial"/>
              <a:ea typeface="微软雅黑"/>
              <a:cs typeface="+mn-cs"/>
            </a:endParaRPr>
          </a:p>
        </p:txBody>
      </p:sp>
    </p:spTree>
    <p:extLst>
      <p:ext uri="{BB962C8B-B14F-4D97-AF65-F5344CB8AC3E}">
        <p14:creationId xmlns:p14="http://schemas.microsoft.com/office/powerpoint/2010/main" val="3986908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cxnSp>
        <p:nvCxnSpPr>
          <p:cNvPr id="2" name="直接连接符 1"/>
          <p:cNvCxnSpPr>
            <a:stCxn id="57" idx="1"/>
          </p:cNvCxnSpPr>
          <p:nvPr/>
        </p:nvCxnSpPr>
        <p:spPr>
          <a:xfrm flipH="1" flipV="1">
            <a:off x="8543130" y="3109994"/>
            <a:ext cx="38392" cy="680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flipV="1">
            <a:off x="11116131" y="299356"/>
            <a:ext cx="637852" cy="5424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a:stCxn id="33" idx="5"/>
          </p:cNvCxnSpPr>
          <p:nvPr/>
        </p:nvCxnSpPr>
        <p:spPr>
          <a:xfrm>
            <a:off x="10601740" y="2701567"/>
            <a:ext cx="310223" cy="7028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a:off x="9571705" y="2652252"/>
            <a:ext cx="912555" cy="1060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9903314" y="2542640"/>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endCxn id="11" idx="0"/>
          </p:cNvCxnSpPr>
          <p:nvPr/>
        </p:nvCxnSpPr>
        <p:spPr>
          <a:xfrm flipH="1">
            <a:off x="8591527" y="2268794"/>
            <a:ext cx="476888" cy="6926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13" idx="7"/>
          </p:cNvCxnSpPr>
          <p:nvPr/>
        </p:nvCxnSpPr>
        <p:spPr>
          <a:xfrm flipH="1">
            <a:off x="9613588" y="2618225"/>
            <a:ext cx="292364" cy="1055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8572500" y="2574773"/>
            <a:ext cx="1376903" cy="5303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610600" y="3048000"/>
            <a:ext cx="938784" cy="7277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8501831" y="2961401"/>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9793134" y="2461956"/>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9491699" y="36532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endCxn id="12" idx="1"/>
          </p:cNvCxnSpPr>
          <p:nvPr/>
        </p:nvCxnSpPr>
        <p:spPr>
          <a:xfrm>
            <a:off x="9083163" y="2298290"/>
            <a:ext cx="746588" cy="200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8996722" y="22327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endCxn id="13" idx="5"/>
          </p:cNvCxnSpPr>
          <p:nvPr/>
        </p:nvCxnSpPr>
        <p:spPr>
          <a:xfrm flipH="1">
            <a:off x="9613588" y="3419168"/>
            <a:ext cx="1283630" cy="35593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flipV="1">
            <a:off x="10926195" y="3421143"/>
            <a:ext cx="767432" cy="6617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11000453" y="2032819"/>
            <a:ext cx="235974" cy="13568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5" idx="7"/>
          </p:cNvCxnSpPr>
          <p:nvPr/>
        </p:nvCxnSpPr>
        <p:spPr>
          <a:xfrm flipV="1">
            <a:off x="9128797" y="1524002"/>
            <a:ext cx="929603" cy="7314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2" idx="0"/>
          </p:cNvCxnSpPr>
          <p:nvPr/>
        </p:nvCxnSpPr>
        <p:spPr>
          <a:xfrm flipV="1">
            <a:off x="9918152" y="1504950"/>
            <a:ext cx="140248" cy="957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0028903" y="971550"/>
            <a:ext cx="296197" cy="6083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flipV="1">
            <a:off x="10058400" y="1543050"/>
            <a:ext cx="484854" cy="10655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32" idx="3"/>
          </p:cNvCxnSpPr>
          <p:nvPr/>
        </p:nvCxnSpPr>
        <p:spPr>
          <a:xfrm flipV="1">
            <a:off x="10295603" y="380847"/>
            <a:ext cx="747099" cy="6085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32" idx="7"/>
          </p:cNvCxnSpPr>
          <p:nvPr/>
        </p:nvCxnSpPr>
        <p:spPr>
          <a:xfrm flipV="1">
            <a:off x="11169552" y="0"/>
            <a:ext cx="508098" cy="2539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30" idx="0"/>
          </p:cNvCxnSpPr>
          <p:nvPr/>
        </p:nvCxnSpPr>
        <p:spPr>
          <a:xfrm flipH="1" flipV="1">
            <a:off x="11087100" y="342900"/>
            <a:ext cx="34865" cy="7468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10363200" y="952500"/>
            <a:ext cx="800100" cy="1905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33" idx="7"/>
          </p:cNvCxnSpPr>
          <p:nvPr/>
        </p:nvCxnSpPr>
        <p:spPr>
          <a:xfrm flipV="1">
            <a:off x="10601740" y="1085850"/>
            <a:ext cx="523460" cy="14888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10134600" y="1143000"/>
            <a:ext cx="95250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10006049" y="14815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1044597" y="10897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269384" y="87061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1016431" y="227726"/>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0448619" y="2548446"/>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flipH="1" flipV="1">
            <a:off x="11742057" y="0"/>
            <a:ext cx="14514" cy="8418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6"/>
          </p:cNvCxnSpPr>
          <p:nvPr/>
        </p:nvCxnSpPr>
        <p:spPr>
          <a:xfrm flipV="1">
            <a:off x="11199333" y="841829"/>
            <a:ext cx="554650" cy="32533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11753983" y="841829"/>
            <a:ext cx="438019" cy="3338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0" idx="6"/>
          </p:cNvCxnSpPr>
          <p:nvPr/>
        </p:nvCxnSpPr>
        <p:spPr>
          <a:xfrm flipH="1" flipV="1">
            <a:off x="11199333" y="1167160"/>
            <a:ext cx="992667" cy="3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endCxn id="30" idx="4"/>
          </p:cNvCxnSpPr>
          <p:nvPr/>
        </p:nvCxnSpPr>
        <p:spPr>
          <a:xfrm flipH="1" flipV="1">
            <a:off x="11121965" y="1244528"/>
            <a:ext cx="141121" cy="8019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11205029" y="1277258"/>
            <a:ext cx="986971" cy="7111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1219543" y="1988458"/>
            <a:ext cx="566057" cy="3773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11829144" y="1901371"/>
            <a:ext cx="362856" cy="4499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1814629" y="2365829"/>
            <a:ext cx="377371" cy="85634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11640457" y="2380343"/>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10972801" y="3077029"/>
            <a:ext cx="595085" cy="3918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1611429" y="3149600"/>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11292114" y="2061029"/>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60" idx="3"/>
            <a:endCxn id="33" idx="7"/>
          </p:cNvCxnSpPr>
          <p:nvPr/>
        </p:nvCxnSpPr>
        <p:spPr>
          <a:xfrm flipH="1">
            <a:off x="10601740" y="2047367"/>
            <a:ext cx="614743" cy="527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13" idx="3"/>
          </p:cNvCxnSpPr>
          <p:nvPr/>
        </p:nvCxnSpPr>
        <p:spPr>
          <a:xfrm flipH="1">
            <a:off x="8667750" y="3775106"/>
            <a:ext cx="844862" cy="158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58" idx="1"/>
          </p:cNvCxnSpPr>
          <p:nvPr/>
        </p:nvCxnSpPr>
        <p:spPr>
          <a:xfrm flipH="1" flipV="1">
            <a:off x="8610600" y="3790950"/>
            <a:ext cx="311261" cy="9754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endCxn id="13" idx="4"/>
          </p:cNvCxnSpPr>
          <p:nvPr/>
        </p:nvCxnSpPr>
        <p:spPr>
          <a:xfrm flipV="1">
            <a:off x="8991600" y="3796019"/>
            <a:ext cx="571500" cy="10807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endCxn id="13" idx="4"/>
          </p:cNvCxnSpPr>
          <p:nvPr/>
        </p:nvCxnSpPr>
        <p:spPr>
          <a:xfrm flipH="1" flipV="1">
            <a:off x="9563100" y="3796019"/>
            <a:ext cx="609600" cy="6235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10191750" y="3451534"/>
            <a:ext cx="742950" cy="96806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9029700" y="4419600"/>
            <a:ext cx="1143000" cy="4000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1" idx="3"/>
          </p:cNvCxnSpPr>
          <p:nvPr/>
        </p:nvCxnSpPr>
        <p:spPr>
          <a:xfrm flipV="1">
            <a:off x="11089483" y="4133850"/>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10248900" y="4419600"/>
            <a:ext cx="895350" cy="2476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10972800" y="3600450"/>
            <a:ext cx="152400" cy="10477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8544905" y="3753727"/>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8895590" y="4740103"/>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1774524" y="22816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193822" y="19152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11066822" y="4620392"/>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11672924" y="403421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10121900" y="4351239"/>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11503947" y="3007646"/>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10860401" y="3340772"/>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直接连接符 65"/>
          <p:cNvCxnSpPr>
            <a:endCxn id="61" idx="4"/>
          </p:cNvCxnSpPr>
          <p:nvPr/>
        </p:nvCxnSpPr>
        <p:spPr>
          <a:xfrm flipV="1">
            <a:off x="10553700" y="4775128"/>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endCxn id="63" idx="4"/>
          </p:cNvCxnSpPr>
          <p:nvPr/>
        </p:nvCxnSpPr>
        <p:spPr>
          <a:xfrm flipH="1" flipV="1">
            <a:off x="10209149" y="4525736"/>
            <a:ext cx="325501" cy="8828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8" idx="6"/>
          </p:cNvCxnSpPr>
          <p:nvPr/>
        </p:nvCxnSpPr>
        <p:spPr>
          <a:xfrm>
            <a:off x="9074982" y="4829799"/>
            <a:ext cx="1478718" cy="578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8" idx="4"/>
          </p:cNvCxnSpPr>
          <p:nvPr/>
        </p:nvCxnSpPr>
        <p:spPr>
          <a:xfrm>
            <a:off x="8985286" y="4919495"/>
            <a:ext cx="806414" cy="9669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endCxn id="95" idx="7"/>
          </p:cNvCxnSpPr>
          <p:nvPr/>
        </p:nvCxnSpPr>
        <p:spPr>
          <a:xfrm flipH="1">
            <a:off x="9870763" y="5408613"/>
            <a:ext cx="682937" cy="4924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1" idx="5"/>
          </p:cNvCxnSpPr>
          <p:nvPr/>
        </p:nvCxnSpPr>
        <p:spPr>
          <a:xfrm>
            <a:off x="11198897" y="4752467"/>
            <a:ext cx="231103" cy="1248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10648950" y="5408613"/>
            <a:ext cx="762000" cy="6302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61" idx="6"/>
          </p:cNvCxnSpPr>
          <p:nvPr/>
        </p:nvCxnSpPr>
        <p:spPr>
          <a:xfrm>
            <a:off x="11221558" y="4697760"/>
            <a:ext cx="970442" cy="2171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62" idx="5"/>
          </p:cNvCxnSpPr>
          <p:nvPr/>
        </p:nvCxnSpPr>
        <p:spPr>
          <a:xfrm>
            <a:off x="11794813" y="4156106"/>
            <a:ext cx="397187" cy="8159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64" idx="6"/>
          </p:cNvCxnSpPr>
          <p:nvPr/>
        </p:nvCxnSpPr>
        <p:spPr>
          <a:xfrm>
            <a:off x="11753983" y="3132664"/>
            <a:ext cx="438017" cy="2201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2" idx="7"/>
          </p:cNvCxnSpPr>
          <p:nvPr/>
        </p:nvCxnSpPr>
        <p:spPr>
          <a:xfrm flipV="1">
            <a:off x="11794813" y="3352802"/>
            <a:ext cx="397187" cy="7023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1" idx="6"/>
          </p:cNvCxnSpPr>
          <p:nvPr/>
        </p:nvCxnSpPr>
        <p:spPr>
          <a:xfrm>
            <a:off x="11221558" y="4697760"/>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V="1">
            <a:off x="11449050" y="5408613"/>
            <a:ext cx="342900" cy="5730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11791950" y="4895850"/>
            <a:ext cx="400050" cy="5127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10591800" y="5408613"/>
            <a:ext cx="114300" cy="10493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9486900" y="5905500"/>
            <a:ext cx="323850" cy="9525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58" idx="3"/>
          </p:cNvCxnSpPr>
          <p:nvPr/>
        </p:nvCxnSpPr>
        <p:spPr>
          <a:xfrm>
            <a:off x="8921861" y="4893224"/>
            <a:ext cx="545989" cy="19647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9525000" y="6457950"/>
            <a:ext cx="112395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flipV="1">
            <a:off x="9810750" y="5924550"/>
            <a:ext cx="838200" cy="514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10687050" y="6076950"/>
            <a:ext cx="723900" cy="3524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11791950" y="5408613"/>
            <a:ext cx="133350" cy="10493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11468100" y="6115050"/>
            <a:ext cx="40005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10706100" y="6438900"/>
            <a:ext cx="1200150" cy="114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10668000" y="6534150"/>
            <a:ext cx="361950" cy="3238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V="1">
            <a:off x="11144250" y="6572250"/>
            <a:ext cx="742950" cy="2857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906250" y="6496050"/>
            <a:ext cx="285750" cy="3619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11906250" y="5886450"/>
            <a:ext cx="285750" cy="6096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3" name="椭圆 92"/>
          <p:cNvSpPr/>
          <p:nvPr/>
        </p:nvSpPr>
        <p:spPr>
          <a:xfrm>
            <a:off x="10581515" y="6378857"/>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a:off x="10422251" y="5283595"/>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a:off x="9748874" y="5880137"/>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a:off x="11844374" y="6442112"/>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11294397" y="5903246"/>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 name="直接连接符 98"/>
          <p:cNvCxnSpPr>
            <a:stCxn id="154" idx="1"/>
          </p:cNvCxnSpPr>
          <p:nvPr/>
        </p:nvCxnSpPr>
        <p:spPr>
          <a:xfrm flipV="1">
            <a:off x="3610477" y="3103518"/>
            <a:ext cx="38392" cy="680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V="1">
            <a:off x="438016" y="292880"/>
            <a:ext cx="637852" cy="5424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stCxn id="130" idx="5"/>
          </p:cNvCxnSpPr>
          <p:nvPr/>
        </p:nvCxnSpPr>
        <p:spPr>
          <a:xfrm flipH="1">
            <a:off x="1280036" y="2695091"/>
            <a:ext cx="310223" cy="7028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1707739" y="2645776"/>
            <a:ext cx="912555" cy="10600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1663494" y="2536164"/>
            <a:ext cx="625191" cy="35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a:endCxn id="108" idx="0"/>
          </p:cNvCxnSpPr>
          <p:nvPr/>
        </p:nvCxnSpPr>
        <p:spPr>
          <a:xfrm>
            <a:off x="3123584" y="2262318"/>
            <a:ext cx="476888" cy="6926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endCxn id="110" idx="7"/>
          </p:cNvCxnSpPr>
          <p:nvPr/>
        </p:nvCxnSpPr>
        <p:spPr>
          <a:xfrm>
            <a:off x="2286047" y="2611749"/>
            <a:ext cx="292364" cy="10559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2242596" y="2568297"/>
            <a:ext cx="1376903" cy="5303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2642615" y="3041524"/>
            <a:ext cx="938784" cy="7277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椭圆 107"/>
          <p:cNvSpPr/>
          <p:nvPr/>
        </p:nvSpPr>
        <p:spPr>
          <a:xfrm flipH="1">
            <a:off x="3510776" y="2954925"/>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flipH="1">
            <a:off x="2148829" y="245548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flipH="1">
            <a:off x="2557498" y="3646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 name="直接连接符 110"/>
          <p:cNvCxnSpPr>
            <a:endCxn id="109" idx="1"/>
          </p:cNvCxnSpPr>
          <p:nvPr/>
        </p:nvCxnSpPr>
        <p:spPr>
          <a:xfrm flipH="1">
            <a:off x="2362248" y="2291814"/>
            <a:ext cx="746588" cy="200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2" name="椭圆 111"/>
          <p:cNvSpPr/>
          <p:nvPr/>
        </p:nvSpPr>
        <p:spPr>
          <a:xfrm flipH="1">
            <a:off x="3040541" y="22263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 name="直接连接符 112"/>
          <p:cNvCxnSpPr>
            <a:endCxn id="110" idx="5"/>
          </p:cNvCxnSpPr>
          <p:nvPr/>
        </p:nvCxnSpPr>
        <p:spPr>
          <a:xfrm>
            <a:off x="1294781" y="3412692"/>
            <a:ext cx="1283630" cy="35593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V="1">
            <a:off x="498372" y="3414667"/>
            <a:ext cx="767432" cy="6617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flipV="1">
            <a:off x="955572" y="2026343"/>
            <a:ext cx="235974" cy="135685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stCxn id="112" idx="7"/>
          </p:cNvCxnSpPr>
          <p:nvPr/>
        </p:nvCxnSpPr>
        <p:spPr>
          <a:xfrm flipH="1" flipV="1">
            <a:off x="2133599" y="1517526"/>
            <a:ext cx="929603" cy="7314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109" idx="0"/>
          </p:cNvCxnSpPr>
          <p:nvPr/>
        </p:nvCxnSpPr>
        <p:spPr>
          <a:xfrm flipH="1" flipV="1">
            <a:off x="2133599" y="1498474"/>
            <a:ext cx="140248" cy="957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1866899" y="965074"/>
            <a:ext cx="296197" cy="6083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1648745" y="1536574"/>
            <a:ext cx="484854" cy="10655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endCxn id="129" idx="3"/>
          </p:cNvCxnSpPr>
          <p:nvPr/>
        </p:nvCxnSpPr>
        <p:spPr>
          <a:xfrm flipH="1" flipV="1">
            <a:off x="1149297" y="374371"/>
            <a:ext cx="747099" cy="6085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29" idx="7"/>
          </p:cNvCxnSpPr>
          <p:nvPr/>
        </p:nvCxnSpPr>
        <p:spPr>
          <a:xfrm flipH="1" flipV="1">
            <a:off x="514349" y="-6476"/>
            <a:ext cx="508098" cy="2539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27" idx="0"/>
          </p:cNvCxnSpPr>
          <p:nvPr/>
        </p:nvCxnSpPr>
        <p:spPr>
          <a:xfrm flipV="1">
            <a:off x="1070034" y="336424"/>
            <a:ext cx="34865" cy="7468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1028699" y="946024"/>
            <a:ext cx="800100" cy="1905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30" idx="7"/>
          </p:cNvCxnSpPr>
          <p:nvPr/>
        </p:nvCxnSpPr>
        <p:spPr>
          <a:xfrm flipH="1" flipV="1">
            <a:off x="1066799" y="1079374"/>
            <a:ext cx="523460" cy="14888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flipV="1">
            <a:off x="1104899" y="1136524"/>
            <a:ext cx="95250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6" name="椭圆 125"/>
          <p:cNvSpPr/>
          <p:nvPr/>
        </p:nvSpPr>
        <p:spPr>
          <a:xfrm flipH="1">
            <a:off x="2043148" y="14750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nvSpPr>
        <p:spPr>
          <a:xfrm flipH="1">
            <a:off x="992666" y="10833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flipH="1">
            <a:off x="1748118" y="864143"/>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flipH="1">
            <a:off x="996176" y="221250"/>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nvSpPr>
        <p:spPr>
          <a:xfrm flipH="1">
            <a:off x="1563988" y="2541970"/>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1" name="直接连接符 130"/>
          <p:cNvCxnSpPr/>
          <p:nvPr/>
        </p:nvCxnSpPr>
        <p:spPr>
          <a:xfrm flipV="1">
            <a:off x="435428" y="-6476"/>
            <a:ext cx="14514" cy="8418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27" idx="6"/>
          </p:cNvCxnSpPr>
          <p:nvPr/>
        </p:nvCxnSpPr>
        <p:spPr>
          <a:xfrm flipH="1" flipV="1">
            <a:off x="438016" y="835353"/>
            <a:ext cx="554650" cy="32533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V="1">
            <a:off x="-3" y="835353"/>
            <a:ext cx="438019" cy="3338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a:endCxn id="127" idx="6"/>
          </p:cNvCxnSpPr>
          <p:nvPr/>
        </p:nvCxnSpPr>
        <p:spPr>
          <a:xfrm flipV="1">
            <a:off x="-1" y="1160684"/>
            <a:ext cx="992667" cy="37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endCxn id="127" idx="4"/>
          </p:cNvCxnSpPr>
          <p:nvPr/>
        </p:nvCxnSpPr>
        <p:spPr>
          <a:xfrm flipV="1">
            <a:off x="928913" y="1238052"/>
            <a:ext cx="141121" cy="8019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flipV="1">
            <a:off x="-1" y="1270782"/>
            <a:ext cx="986971" cy="7111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flipH="1">
            <a:off x="406399" y="1981982"/>
            <a:ext cx="566057" cy="3773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1" y="1894895"/>
            <a:ext cx="362856" cy="4499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flipH="1">
            <a:off x="-1" y="2359353"/>
            <a:ext cx="377371" cy="85634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362855" y="2373867"/>
            <a:ext cx="188687" cy="711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624113" y="3070553"/>
            <a:ext cx="595085" cy="3918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H="1">
            <a:off x="420913" y="3143124"/>
            <a:ext cx="159657" cy="9869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H="1">
            <a:off x="624112" y="2054553"/>
            <a:ext cx="275773" cy="10305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stCxn id="157" idx="3"/>
            <a:endCxn id="130" idx="7"/>
          </p:cNvCxnSpPr>
          <p:nvPr/>
        </p:nvCxnSpPr>
        <p:spPr>
          <a:xfrm>
            <a:off x="975516" y="2040891"/>
            <a:ext cx="614743" cy="527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a:stCxn id="110" idx="3"/>
          </p:cNvCxnSpPr>
          <p:nvPr/>
        </p:nvCxnSpPr>
        <p:spPr>
          <a:xfrm>
            <a:off x="2679387" y="3768630"/>
            <a:ext cx="844862" cy="158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stCxn id="155" idx="1"/>
          </p:cNvCxnSpPr>
          <p:nvPr/>
        </p:nvCxnSpPr>
        <p:spPr>
          <a:xfrm flipV="1">
            <a:off x="3270138" y="3784474"/>
            <a:ext cx="311261" cy="9754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a:endCxn id="110" idx="4"/>
          </p:cNvCxnSpPr>
          <p:nvPr/>
        </p:nvCxnSpPr>
        <p:spPr>
          <a:xfrm flipH="1" flipV="1">
            <a:off x="2628899" y="3789543"/>
            <a:ext cx="571500" cy="10807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a:endCxn id="110" idx="4"/>
          </p:cNvCxnSpPr>
          <p:nvPr/>
        </p:nvCxnSpPr>
        <p:spPr>
          <a:xfrm flipV="1">
            <a:off x="2019299" y="3789543"/>
            <a:ext cx="609600" cy="6235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flipV="1">
            <a:off x="1257299" y="3445058"/>
            <a:ext cx="742950" cy="96806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2019299" y="4413124"/>
            <a:ext cx="1143000" cy="4000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a:stCxn id="158" idx="3"/>
          </p:cNvCxnSpPr>
          <p:nvPr/>
        </p:nvCxnSpPr>
        <p:spPr>
          <a:xfrm flipH="1" flipV="1">
            <a:off x="457199" y="4127374"/>
            <a:ext cx="645317" cy="6186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H="1">
            <a:off x="1047749" y="4413124"/>
            <a:ext cx="895350" cy="2476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flipH="1">
            <a:off x="1066799" y="3593974"/>
            <a:ext cx="152400" cy="10477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4" name="椭圆 153"/>
          <p:cNvSpPr/>
          <p:nvPr/>
        </p:nvSpPr>
        <p:spPr>
          <a:xfrm flipH="1">
            <a:off x="3397058" y="3747251"/>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nvSpPr>
        <p:spPr>
          <a:xfrm flipH="1">
            <a:off x="3117017" y="4733627"/>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nvSpPr>
        <p:spPr>
          <a:xfrm flipH="1">
            <a:off x="274673" y="22751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flipH="1">
            <a:off x="843441" y="19088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flipH="1">
            <a:off x="970441" y="4613916"/>
            <a:ext cx="154736" cy="1547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p:cNvSpPr/>
          <p:nvPr/>
        </p:nvSpPr>
        <p:spPr>
          <a:xfrm flipH="1">
            <a:off x="376273" y="402774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flipH="1">
            <a:off x="1895602" y="4344763"/>
            <a:ext cx="174497" cy="17449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nvSpPr>
        <p:spPr>
          <a:xfrm flipH="1">
            <a:off x="438016" y="300117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p:cNvSpPr/>
          <p:nvPr/>
        </p:nvSpPr>
        <p:spPr>
          <a:xfrm flipH="1">
            <a:off x="1081562" y="3334296"/>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3" name="直接连接符 162"/>
          <p:cNvCxnSpPr>
            <a:endCxn id="158" idx="4"/>
          </p:cNvCxnSpPr>
          <p:nvPr/>
        </p:nvCxnSpPr>
        <p:spPr>
          <a:xfrm flipH="1" flipV="1">
            <a:off x="1047809" y="4768652"/>
            <a:ext cx="590490" cy="63348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endCxn id="160" idx="4"/>
          </p:cNvCxnSpPr>
          <p:nvPr/>
        </p:nvCxnSpPr>
        <p:spPr>
          <a:xfrm flipV="1">
            <a:off x="1657349" y="4519260"/>
            <a:ext cx="325501" cy="8828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a:stCxn id="155" idx="6"/>
          </p:cNvCxnSpPr>
          <p:nvPr/>
        </p:nvCxnSpPr>
        <p:spPr>
          <a:xfrm flipH="1">
            <a:off x="1638299" y="4823323"/>
            <a:ext cx="1478718" cy="578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a:stCxn id="155" idx="4"/>
          </p:cNvCxnSpPr>
          <p:nvPr/>
        </p:nvCxnSpPr>
        <p:spPr>
          <a:xfrm flipH="1">
            <a:off x="2400299" y="4913019"/>
            <a:ext cx="806414" cy="9669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a:endCxn id="192" idx="7"/>
          </p:cNvCxnSpPr>
          <p:nvPr/>
        </p:nvCxnSpPr>
        <p:spPr>
          <a:xfrm>
            <a:off x="1638299" y="5402137"/>
            <a:ext cx="682937" cy="4924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a:stCxn id="158" idx="5"/>
          </p:cNvCxnSpPr>
          <p:nvPr/>
        </p:nvCxnSpPr>
        <p:spPr>
          <a:xfrm flipH="1">
            <a:off x="761999" y="4745991"/>
            <a:ext cx="231103" cy="1248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a:off x="781049" y="5402137"/>
            <a:ext cx="762000" cy="6302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a:stCxn id="158" idx="6"/>
          </p:cNvCxnSpPr>
          <p:nvPr/>
        </p:nvCxnSpPr>
        <p:spPr>
          <a:xfrm flipH="1">
            <a:off x="-1" y="4691284"/>
            <a:ext cx="970442" cy="2171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a:stCxn id="159" idx="5"/>
          </p:cNvCxnSpPr>
          <p:nvPr/>
        </p:nvCxnSpPr>
        <p:spPr>
          <a:xfrm flipH="1">
            <a:off x="-1" y="4149630"/>
            <a:ext cx="397187" cy="81594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a:stCxn id="161" idx="6"/>
          </p:cNvCxnSpPr>
          <p:nvPr/>
        </p:nvCxnSpPr>
        <p:spPr>
          <a:xfrm flipH="1">
            <a:off x="-1" y="3126188"/>
            <a:ext cx="438017" cy="2201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a:stCxn id="159" idx="7"/>
          </p:cNvCxnSpPr>
          <p:nvPr/>
        </p:nvCxnSpPr>
        <p:spPr>
          <a:xfrm flipH="1" flipV="1">
            <a:off x="-1" y="3346326"/>
            <a:ext cx="397187" cy="7023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a:stCxn id="158" idx="6"/>
          </p:cNvCxnSpPr>
          <p:nvPr/>
        </p:nvCxnSpPr>
        <p:spPr>
          <a:xfrm flipH="1">
            <a:off x="400049" y="4691284"/>
            <a:ext cx="570392" cy="7108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flipV="1">
            <a:off x="400049" y="5402137"/>
            <a:ext cx="342900" cy="5730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flipH="1" flipV="1">
            <a:off x="-1" y="4889374"/>
            <a:ext cx="400050" cy="5127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flipH="1">
            <a:off x="1485899" y="5402137"/>
            <a:ext cx="114300" cy="10493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2381249" y="5899024"/>
            <a:ext cx="323850" cy="9525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a:stCxn id="155" idx="3"/>
          </p:cNvCxnSpPr>
          <p:nvPr/>
        </p:nvCxnSpPr>
        <p:spPr>
          <a:xfrm flipH="1">
            <a:off x="2724149" y="4886748"/>
            <a:ext cx="545989" cy="19647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1543049" y="6451474"/>
            <a:ext cx="112395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V="1">
            <a:off x="1543049" y="5918074"/>
            <a:ext cx="838200" cy="5143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781049" y="6070474"/>
            <a:ext cx="723900" cy="3524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flipH="1">
            <a:off x="266699" y="5402137"/>
            <a:ext cx="133350" cy="104933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flipH="1">
            <a:off x="323849" y="6108574"/>
            <a:ext cx="400050" cy="400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a:off x="285749" y="6432424"/>
            <a:ext cx="1200150" cy="114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flipH="1">
            <a:off x="1162049" y="6527674"/>
            <a:ext cx="361950" cy="3238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flipH="1" flipV="1">
            <a:off x="304799" y="6565774"/>
            <a:ext cx="742950" cy="2857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flipH="1">
            <a:off x="-1" y="6489574"/>
            <a:ext cx="285750" cy="3619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flipV="1">
            <a:off x="-1" y="5879974"/>
            <a:ext cx="285750" cy="6096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0" name="椭圆 189"/>
          <p:cNvSpPr/>
          <p:nvPr/>
        </p:nvSpPr>
        <p:spPr>
          <a:xfrm flipH="1">
            <a:off x="1431092" y="6372381"/>
            <a:ext cx="179392" cy="17939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椭圆 190"/>
          <p:cNvSpPr/>
          <p:nvPr/>
        </p:nvSpPr>
        <p:spPr>
          <a:xfrm flipH="1">
            <a:off x="1519712" y="5277119"/>
            <a:ext cx="250036" cy="25003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p:cNvSpPr/>
          <p:nvPr/>
        </p:nvSpPr>
        <p:spPr>
          <a:xfrm flipH="1">
            <a:off x="2300323" y="5873661"/>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p:cNvSpPr/>
          <p:nvPr/>
        </p:nvSpPr>
        <p:spPr>
          <a:xfrm flipH="1">
            <a:off x="204823" y="6435636"/>
            <a:ext cx="142802" cy="142802"/>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p:cNvSpPr/>
          <p:nvPr/>
        </p:nvSpPr>
        <p:spPr>
          <a:xfrm flipH="1">
            <a:off x="647566" y="5896770"/>
            <a:ext cx="250036" cy="25003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文本框 194"/>
          <p:cNvSpPr txBox="1"/>
          <p:nvPr/>
        </p:nvSpPr>
        <p:spPr>
          <a:xfrm>
            <a:off x="4196593" y="2848325"/>
            <a:ext cx="3933022" cy="1200329"/>
          </a:xfrm>
          <a:prstGeom prst="rect">
            <a:avLst/>
          </a:prstGeom>
          <a:noFill/>
        </p:spPr>
        <p:txBody>
          <a:bodyPr wrap="square" rtlCol="0">
            <a:spAutoFit/>
          </a:bodyPr>
          <a:lstStyle/>
          <a:p>
            <a:r>
              <a:rPr lang="en-US" altLang="zh-CN" sz="7200"/>
              <a:t>THANKS</a:t>
            </a:r>
          </a:p>
        </p:txBody>
      </p:sp>
    </p:spTree>
    <p:extLst>
      <p:ext uri="{BB962C8B-B14F-4D97-AF65-F5344CB8AC3E}">
        <p14:creationId xmlns:p14="http://schemas.microsoft.com/office/powerpoint/2010/main" val="17904606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FOLDER" val="C:\Users\Administrator\Desktop\点与线\"/>
  <p:tag name="ISPRING_PRESENTATION_PATH" val="C:\Users\Administrator\Desktop\点与线.pptx"/>
  <p:tag name="ISPRING_PROJECT_FOLDER_UPDATED" val="1"/>
  <p:tag name="ISPRING_UUID" val="{9E835B18-4CBE-4158-BA05-AC18079C87BA}"/>
  <p:tag name="ISPRING_SCREEN_RECS_UPDATED" val="C:\Users\Administrator\Desktop\点与线\"/>
  <p:tag name="ISPRING_PRESENTATION_TITLE" val="点与线"/>
  <p:tag name="ISPRING_ULTRA_SCORM_COURSE_ID" val="EB056CF6-F6FB-419C-8F15-BF4BD319FD02"/>
  <p:tag name="ISPRING_SCORM_RATE_SLIDES" val="1"/>
  <p:tag name="ISPRINGONLINEFOLDERID" val="0"/>
  <p:tag name="ISPRINGONLINEFOLDERPATH" val="Content List"/>
  <p:tag name="ISPRINGCLOUDFOLDERID" val="0"/>
  <p:tag name="ISPRINGCLOUDFOLDERPATH" val="Repository"/>
  <p:tag name="ISPRING_OUTPUT_FOLDER" val="C:\Users\Administrator\Desktop\变色龙文件\点与线"/>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BElFdHI7RO+/sCAACwCAAAFAAAAHVuaXZlcnNhbC9wbGF5ZXIueG1srVXfT9swEH4u0v6HyO/YLR0DqgTEkNAexoTUse2tMombeE3izHYI5a/f2c7vpWxIe2iVnO/77nz33cW/es5S74lJxUUeoAWeI4/loYh4Hgfo4evt8Tm6unx35Bcp3TPp8ShAZc4NgKbIi5gKJS80gO+pTgLUM2BgRl4huZBc74H7FLjbSCdL9O5oBi65ClCidbEipKoqzBUg8liJtDQkCociI4VkiuWaSeLSQF6DXem/o+GXiZzofcFUD1notweuSVqOZ8UHJNUSCxmTk/l8QX7cfV6HCcvoMc+VpnnIkAeVnNlSPtJwdyeiMmXK2Ga+S3LNtDZJWNvM1yu+OM89JcMAOYdNxpSiMVM4zWNEHJZMgP1tSlVS86gBreFVO17zWr+Ned80brZzpHMuyseUqwSO+pDOOgn0yTCqn9nrWgU9NAq6NUzIk+xXySWL7Ou3VozzBXIBW8XZPLGqQjiAp1saaiH3NwADFdUdxG3TsGsatqCWA7fR1x0Fam67ZVSXkjWlmvlPPGLiC5WSGllcalkyn4yMNZYMwT5xV66b1DXET3SWnv5Db4zfqDU/1WudsYD/0ZhPQNTWhOcRe77l4KNZBjXVDIptbFgXKTYxu5xU+Zj1dD0wuRzrpsBFPE1lzGAMI6op6ezkEJRJqsAlLOUI2zs4CE54nKTw05MM49ODNBmVu0mG3sFBcCrC3QS0NbdlJOM6jsTUKsgnE+vED0ulRcZfrDwHe0avrA5fG7nm6Lrg7cHZ/I9RHMRoBnOLJlaXeertq+bw3sypVp3PpnCWgVphHpguC+fVzEJZjHwitqVlqm/6OTX7sAcd5Tw1HdNc30HvolrzF+ZVPDJfusXS1CRhRjMB+nC+7DFAP2G7DMJb06GIW5E3dcCY2Df3byvabPm6da7rhzrsQw2fOKscxs3UR1BHLEWZR6Me4qL7iKgUdtq1ZNRL2RZutDgBkYoiQO/hob7zxelFd+WzxUWDtXndu8Aulzes9DrhTkGk1nV7Eb/eDfD4G1BLAwQUAAIACADJVexIH9LMokMwAAAgWgAAFwAAAHVuaXZlcnNhbC91bml2ZXJzYWwucG5n7Xx7VFNX/q/Wju20KO10HIQCqS+sL56likDSDi1URVERoxKIFJQqkgghQAhJ2rEFLWBExAR5ZFrfBJIiQkggiS2VAAHiK0TNy0pCkGOCJCYh73uCtlpnutb93Tu/de+61z9YIfuc/f189/f9PftkH9m8KW7OGz5vzJgxY866zz7ZOmPGnwJmzJj1+euzwZHiDV5vgh8zMVvj/j6DMeT7APzyaubHGz+eMaOF/KY97U/g9z8f/GwnZsaMud3uv5kC9IWMGTN2tq375ONthalaeTZZm4lTElITUz9K/Whxw+Wt+5MIWy07kyLIu8peDV+15B+fZdd9sm1fXeyXX8fX/vVswF/e/jYZ/v2ft316pm3h1l3vbvvTq2d3n7orY19jM5Q/JBjMSoGvYOBUjbpNUsy7EYffKx88dQe/6TKp6Q5RcvUcxDUl8EJ3TfZc9SRNdW9QupzmmSCLM+Zeyu85cPSOP4sbET/aPz7kHptRsOBd1Xgu1X6dTNymeMs9ci9wT1mXb4BL6bKR1HOmb9LFfNhXYHkbNX2ZemkdD3gNNvUxbon7+xVCb4CFMe4W3YwvbRnUqI8tCRdcfTT7OpyfRjQBA4cfvTU/IOFY2niaweYJfo16tSA0njgWAykqSyBZb5ZUJ6/pCTaeJ1nPow2DaGJrlzaio09jtohITr0J6dRThMCENIToMhCsRxKKv+8KpCCx8sVkvATJiqJoLZewYwaEfv7ErYkwN/E8kLhzQGQfuBrkuBHEjfib/acg+09XqxKguIucaG66R6LrIc3RKpwZMQtBdEwJYETcnQ1B3G0KZ/0jUAiPh2JPF6MkuCYm0UinsKLNaaHK1hZIloEYCHuMX23mAhqeXwBJpyHq9OxmMzoyXiEwuC2AoRkq6XMgdWEH7XaRy64ea+PW3WkBhx6d3BKafs90qeAGVvAz0KFLV3/ovY8OHFXv6M7gwczdqQrkiNKkBzgT36ErjouxpcHxr4BijdQoSvp6H7XEfu1xAmZrheFx0t6pFhQF0Ds5qMiTxapFEJxB37siTILFkWw5EvoFff7sck/io0MUVp9gcE9W3k5Ks83fKtMJI8PjRx2IBpZkxTKSpoCo0V/yGGSvRAexifLVkmbpqKRLfzCFwrxjIgJJNeyEkmvG/YNarNTWpLkTPeRkj+qbtSMqLczeDSs25OgnXWaXU4m22XOlssxolG96R/RwcM1Es2MGm4dup2jw+x0WkbnP6i/EDGj1BJ5/EJ+haVAyZUQHVN0O5HxOCEoiVwlXsOXWqWRcdb7xdo48LMM2Hxcopi1yG5hOJiTnxjmP07Z8XvGxt7k9Zjj/8gA267MdsPWnWt4zD0qBfDYq8n2GVK3dAYlEZ17ZwRocUaVrHEZf/eTwDFwvJpnF9RT4BBjQy0azWjOakmmAz4PQ5WpOsc57LPSe2mo/BYBSi+SPclxWpAtQ23CRZiXvlRBJs2AnZBFFzYmiIVioTn8YGqnJGcaksO7chW5XDGlOaWptmQcGBENY9mD+rX4sW2vtwqRAFRwn1DeLOiC4TSSPSuw4kdri7NuDi1R6AkSLj4YHcLrqF2CilcYOy1o1EWiR2ICcYXM60bNRwF4P6qaFpZTiyo23LVO4hw88+tKbDO+ZRlaCojho1uVRB5CjBoqzl35ieHNbT7nHDCEnmyF679jbuyv+tKHnaxkKv1MhGqthSdIZQK4t/CPV5LB2oVkK267Dj2E6E0AxmEPtzfC1e4ulR7/21uUSShqWpA/5aHNdHjGAubjPyC7G86N0Vs8BVchwtmSkyWzIR5HqBXegkn5TSztaUBbEmxq9TRVKMP1SacgHw+9xuA8ZfhjqgFlb9M3nxEGaA8GDqIe/nM9GByajNfgv5IETmhCDo9XRemziKoLnv2g4Ykv0UJK+y9SdEZh8WnX87Q/IBFDlFbVsh1MU7F4nTKeOY4d9dADp11ZS6vE6ng2ddc0nbPiHypzdkR8E4khytCuHxRJlt5vlfL6vVWYiYyhHw+NRAjbX8UVHDx/RXr0lSJJ5baCQKkg5lBYoytY3djscoX/XwmJVTilLApoiSr8GLxXcJenYJJUWZCvLZjoubBdNQn3BtfyTxYMbsngN7GLQeGnG8kIAv1gZg4uUNE/UG6mVZsMaKdwnTtcZ62yWnSuqo6ugtokRRLurqFm6SgroiQyR1NIB8HCBOB17pQgLy3/FHVsBhbOiz/4nEnfrsvQ4VKvfY72JI7JiU9pT183zfkVCWEhmB0pJMu3rLZDgUMZDZEQ1EAb11cuGsye6l82tAuZVSaWqrOMfhzLzEORqod5WLxBJvVdICtkqKFsX0K3aCMlE23bYRI7GtFAy37V6ieHbPseeAi21W1UUqXzNe0RPDER2y03ibyqZBSg+iqVIHR6J5cGHJWyrU0irQiBBxZiUkkqBwuXU2Pv2SKJj9FHDmEFDf7bezjLPcgf/Ye6cKssGkBBzbf9Yi9/r7TGfzv5S+0VLanabf3rFXG+PXKmxRT8/68wOSQpozSG5BBAHGTOwQJTNJUE25VAH3qu2NTGRPb1doaExKbO7ECxncy9WKgtgibS5tQgK0uDElvQZ+4Ux/uByLCjlUToY+l5nOz00uIy6FBY3SOAfYNBEk4Yk9xqEkuAaoF35Luiyg5JollAKcG7DdEV1xRtZSpIlfEIDpIBrakzLdd0GHFGCKKI/3tHAIHc2jBTxLDKJYSe5Zeg1d5ghyvqCa1p2V7ySbBESe4501QMS8rqe/IdCrPfMYax0weLTm2cfwsp95g87hrFsEujlUDKfm51xbQe5SsrUFIPeFSSYf07ftnMRcgnN7Jz3LaCED/zAiu3GpihSJVetd2NLurC4Ep4xh05ucUQnHxrxiUK7jVBU4GJrnIBlVK9NVzvKK4GRTRBNoO+ImWSLrp1o6eLHshE83mt6k9VAm2gzRtdrKMDwo44DkNXduxXIbpTZwSLV0bcpJTni9LiCkgM0tD9eHsBSQmc/iRkZVBXKL516P8/icK/U/5Vu1Z9D46MPEF1gHfBl6ZVg3D88Ej1rlSS3GBYExze8132re9QMAb8Wvu5RNZ3Vr3sHuIuGL0+HubPRjBlxmdRX3Z9Hh4L/7P70rU/7i/tzzdruxe7Pg3kTVgPMZXhzug5ID/2fnVWybrqoGPuvwc7n2vVCLybPOn4VYPKJC9ZFvJkboDpwYagcmM6eM5qDiJNlXjD7L56QwbePP76Z+6Gq/MLQ0SPTs79wiJEO8ek///24InXo8PhD6nw36JcnF29MyhT8PA10efG+xrWRAdPc/XPJukTxnZCQacKr1p1q/I3OuhvbsPnx06x/tOH4ucbW9M+n2d11/IOker93ptd47fiZiy8h/mMQZwWnJal47X2LhsYvFOEVmAdHljZ0FJo7lYSt+rphgxAziBnGbfuN6I0HlK8mLp5vWC64knhSc6AuivwMfK2jATdakzuF91WxgUnmM4ybE38lHbBx9DLPB994pRY+Prnpu2ecbeLvf4Svk10uP14qSzDDn63rvJI4hpfJzoSvVzwmcpTP47QvUm53CiVB3Mc3TidzMVx9/wqK6GzR0Rx5+2nVRt152/Pg6Mjh7PpdYkw5cBmyhImH+Z1/Htyxm1Xnvnhx/4muIUde1/MwjdcDNzWPR8RKkk5njOU9E/+Dx/TYzjVtjZr5cHHF8e9uXnwOjemjvX+rsSF928Y/mmNjhK0v2fQ7JvZfLkukFx1t0XL+aBK9tvwPgM7UHv2DK76hf4DD+rf3j2T/W+jCd9fW/xuhKP4rpNOjDANhavU79Zue2XM9UfyF1/ntRt9FfqGbxv9g0Uer/i14T3tt+R9c4QF/MCdWjO1Z928ZGGk8l7P1fOJzlocMv3v1YlK0YGz8D6akjzf+wZSOTeI1F38nAzTs9ioRzGU/ndxl4D766U01aIntkKXYtc88Ms+aLeAIrm+8+yLvoKGPjJ1rfgFLmZgQbWxvmcip1BA/836BUrRZhlGPmdf0YiQjyOcnZTG5+ZOqqoST3cplQszQ7y+T47ynwJrFTJl1b1k/Jnx9Q8L/y/Hzgc7as5qXM3kD7FQHY8baJKmddoQhS8yBppjzn9cAp7MBr2OXFfBtcrQBlF1qFxhqyCjsLnWE8lPvv9IK7x8p09BIzutL0KsgmugJsFeRWk4hwqGjegTz5nNhtjNrTpU09PaeY8IvCr6Vq1+fGggTIaKMtxLJCnyWdyay8JdvhKxOeLxPQELrs4XpGPup8TTHw8ygIBE9wDCi8B7L3Ynip0ZQwRrvuLQ59L4aCnAcF1jcQOYOWSrfPyuFRu7st+FSgQ8v4v0tayy+w1hbboo/Gk87IZDNbbUJ5NBR665mPVuF2SVh5mDaHLLPCdFY1nMWVLBnPlgvlu9jR53eqRIfqoRv3Xs4+ZCiVQTFW+YD1vDg0aTDEySXLYiZzOQhJHsuC23sQLNIytYuJ7+L65IFgHRzo5X2U1+hi/wtt3EwPgrW0x4lkRUkp66rESDU6U0zQ0R75JmEAQS/X7BTosnJlVtzJqOYRl+Mw2o34MZQ9OdU1b+mvYTXXL4HiKsL61V/KIV77B1LljCHb58E+7O55xANArA5fKgdowgGtZJHrAbRctagIFltFT+OyiX0/Mgo/4Et2h8t0Go6CUTpdx/syUOI9hGa2yWaSQwtSufErMMxbMI82/NKD/12z2fC4PZqoeSHjp72bADKlh//Kphy1n4qJJDpPxDMIjV55Elto+2WcLU1/JVzYPuzOpsmxDYIimT0XTGqIvHnDROmkbPGuuHDHHTKSXI12G0tpQEckrG4kclEPed4BRKfG5zGX1ZOaKoPS2cGho43D1+hSEfnHcHVGXfYbJ8yNrCJ3Ppcef77MijlAQ6RSY2XQuRDhHZa3C7RvmgXAbhU3GT8dpBbfqqkb+SZg9yQV1ce8LkKUh6REruE5KC42R2OqZMfBzIbEMw1Mic1r58cw4SvHLUCc6vkhs8kfgGGFgloZADPWKcf73cYkLTEfswd547CfoLeV5/VI3KQT8LN17XP62Yt2E872mHOOiRrJIWRzPwo3jI5Hv7W3pUDNnZKfzBFyjSDLXAu3xFcswAzhwiPJufJ00KbITOV0AmxKSRsZSyUqCKyoWpHFE07Rf04P9oVFctAkqu3YGxt1+W/W86Wg5HWpD0P6aiqkFWHEBkHpLzcEHMffYbEKP1l1UhKDwebgmKVXD1BbiPAyJ1+b4ZZ1R8CSZVyQ6+jfaJAPanvsMEx57SYuzCXQxLMSk7fo+LIMqvJVZoaQM+Gx1x4Xi0vS8OXEC9ADIOtkfOLomNnWJSw73+jb9QLg5D2sThY0Qcff3YjQXjn2LOLux+fDSI8uI9X2hSnl/39eGCg6Ou6OeKaHL//tS7tv9zmMdRCpFN/tYBnqC+TIEmO44q776K7JkclAcjzrkmYM86C7ToiIugwXnyXjU+a/M6TMHZfQtRKAhuI1get1SJ0n6ZOxLWeOgidBrryfkwtSmHmuxxlFCSRbT+1CQp2hJRZiphJhZln1mdtJmSv8XwqFzGTaLw+cC5mbUbdwIrF9Bbdgn76UjrzbTLsiWj7fzgnrYYYnPe9+DuIBDPRxiJ1+o75X0ogjCeqJd8Kap/GGFQ/uRuOVDaDjcN3vqP+HPuOAqPx/uTeX2M1DxRyNXJELXPNWs2atBtEFGSYP/LXtLvClZppDD9qh1+gf3yU1kvugCNXP7sKGCXIIH7P5DXXCplk8pug4u/sdycLnzTbq+TZcMcasw1cWW75yHn7GjPuiRU1x9h+LR5S+qVSsHtqEwqROHV1HMV+xqG2YKNjl7CQkExXSHuzlGmaYDI4KWdthSlK6zBLYQqHPoYVGQC+E6DA7tuFfLtQwomCTv3omZrqxZYnSZJyCf6tHNQd4oBjRO3QCjov2t+tszH9yEFPxMbZh0uSvpMQlTOpA6uSVQ0E05041lTfPYpQYWgwR3FUS7VBIqZUcFuopYGli5BlAJJANoZt3q+yUrCd682THEXhSAWLUBF2NylGljGng+aya4RCFrmWhSQYxeB/6hFmyCTZNUWGpOyiAIY1KUD63q/tdyU809gNmgnPN+PR0PMxKuV9GclRGOX9xDk29r9fcz2wO6Okc8+c6qzXu3TBNVKmoFDftzSIiR+tyVR0rWTuGmCyo/ipSQyyuAgmWsHkIECOjJPteoSnVg1alFAyxZ0goCN+2tjOXCM/esyWFsosRxBGw2hs3/npc0qzbg9oJVggRA9wVkri+nvZgcpdzG8Ri8Y4UZBFhAm8slO8YqkBnYPi50fxnng2wNmzGDFLlQmz3YmjOM900YRhgefAjCcdpi81H9od+xOiAclcLhHs50Kk8NxUbGcnyjYi88bQZ+rWtndnxPY41FlUxKyM2D5sbe9H1O+CtYKfyo8s46OCkN0Z0B6TvllbyOZG0dA6luttfW0v/yqblx+l+BW8Gb6BMZmjLLqaXnIx0TtAgtnlSlUlsYQCWedGKUTjvFYK3Tb3oKRldq9x/Gdj+g1pWq5tf9949bdAdTnNrlqqzLV8EL/34YA0OevgALmE+SOGeylUohytPp6MW6I1id4nL31qFqis95pir172+9tpjjaJct42P0CyIkIi6BzPr5aeBJF+8uJtnouWtM3u9Tju/cqi0/fyqeVJxvnwOcduBu+sJneiKJV6qLOirxdzwdmkL3xq6oBpzdyqBw6w3FNLs840oVgNhuFsIRmjHBV0pEd+NDqPvAzGIJSnXcJfVTlNuKTR/DMDe2xS+bZY+bhoBdnzN+ZuS12v7dmqQLqcGYqhHyishDQqwvXhqLVFR0cVSNz7RrypNqStLTevk6GdUWOWTLGIlyMpmnkn6PvfQpAn3VtJqygJ3SqTuBLP3qhjkQbKz+1zId+GffJ7qHVZMiEpAp+sACvxH3MqiFnzNwD54t5CUF27yCFyHUPqWbC6DRIg+aJjF4VJigvt3lPSj3XZd2B3wV7hBZKlHlWWru1SQQpzfIBG12o9K7cUuDKrBWVPwpH8THkSUF0J9l+31FSwCicGKo8ey/qivItL4Fu3PNhHbVJB93H5d/m0YUMTCr6TTKhF2fp/dAR7A0lH9qU05By07e+XoW34LY5O8s1gXBJgkgs6te91FuswtBWuAX3h0wdutSchYsXR8qyfpa7Cgrvkb71fo28JjbY9bKWQW/06tjrfHGR3HbedMTr3u4j9Ai6oZuNt1jLmtqbZLGCXq0FlUuYPvM4uueLgWzr8ViXGdo8rvykvr8aVO75wOyazSarBNcH3M0K3K8Tve0Ocj0qFsNYo/6f50CxNmYv1HHQHP71oJfm1p0WYI9/LtYBaupJJbXbKcq2/3qx0wqK6jWplV9PvRvlWuKvRV07lmrkTq1zPXUE6T4eIx3qMxeOJtOWuh7l3n14QPJgFmfooghNiGJH9atg3cqwDmdDEoyiEyIv36Bu9KOi88GmjUpcKxqvcgyNFDSSn5fkLXU4LzKVRj/U8jIFYN1s0lJt7njbUqdPB7noFMAkieP2a4wlgYreqYbBHYC6naHqwv5YUKWL3jm+Z+9mn+lkNMW6l8610/X9D5ZEyvcs8na7hYCy+T3KKXH+uqylGa/BRSiDlN2rNDJeR75RcdbelZW7VkQMr8zap8ZHKEUvqxDMgrHpe0vEh/gM89zemxHuoJ/xjp/+/N8bxqLrR3TvNuW8KJW1r0fwnwfw0EBq/3nPRtHgO5qWUrHuQljHN4VGGMHhZPREGpqvA1KIHZ8umNzFvnoc5HpSBlc4GMiok8+mNAKOkj0nQZqGLlgoFosOL6je4NC47rYxcrFrkJYLaDjxAugCSY+wk4VdmUGHxe2fYb8IcN4U5i7vXzT5uPwXP576z50ofpo95I+LEREsxUi0yamAuC6tcZ8E0wDeOcryQxZPXz8J/Q/2wOwOMcIukoQ0Z7+OWpkZYqpnF6tz51UNnjY488aMOv8DzExG/LozlHWCYkKnnVdlyLSYlT7j7+FdLTK6A1FRjG6NM23EcyLVhXdiUHmr59zaB0Ga57U7h/YIqf5b7qYCwhWBb30ewhBHr4Rt9ngqOo10REHZYJaGXVHlQvOHDm6nSzDUItTi1EhjOhuNk5au894au2Xth4PUqM8ZS1NW1NVT9Ia7JOKknfkbOshgI9bBuCftJvbeGwwCj0T4bOl73Wr9HCRtlQ0NHTYCAb9gvcJD/kbkNwcwdmKKaJQ7DbcuarMPxuHJj4yCCpdgEVGfcGDk1TaSwCSvPp8YDcfSwhaPzyoB5lVJ4UKB3Qvus9T3dWqP3juHgGhuatC0SrbnUWE5hT5jEVFwXHRUUPVctQjsRBbB+rtPzS+37yD2/yvhaWuhppan6GN2YPrwsvc9aCTRrVywM61JdKl8BxHUnllAd71VJkeE8ldP7Y9aeGfU9Pg9OCM09Vmhjv1ngE8Q6XVz96wJjSvs8Fnj/xbxn8c5F/U4BI+z7jC/6/rlzzhE2insqdGSPjr9Kov6QHrUpMJncCUHrfVkQZJFvcveItZXX/1bNxHcIsGoyWX8zorl+AWGv7F0zQIZnflJu/FZg/LbXbqvMWnlEC4a9USeQlGoJN6d0j+SfAZVCzhpAnFYVdTm+YPujI2+p2NvJbC4SRZPGM6FVR5Oc8aP4fXOO1aPqPph2uzgJdiy4ZjK9okq6JcP1Rp/2n5f8ZiTq+AzhR9SWXO4bYSy503Z8X0UJAMU9DP9JpQ0/fC6KHL6LoafahPpCqaZOcJtMubHsBOy8pZWtEuXy4tqVh3LEa/Y9k+zWG/tOwM0oQZ92RSXrOW8kk7LquvafiP/f8tzo8idl/HWsd8DZ0spfdTAdazqVDt1p8+L6dIu/yFz07DE8HahYreiYGl3Nx1n2L78Xpf59KPq/v2u7BXYm3DKSDe3SXuVPebnu36fZq0i57o7Fq3BAjY9Q3rQohsxT255bcjLo6FdvJsAIk7cSE2ZmLn8xrhIepkNWlHrc61LhufRnsVUtPv4o+PdDSXPmX8GNPzc1aeRPBxs4z8V8ceHbJC3TET6EMNqGcMDvbv00o8NqYvEHa6yqpbCdTh5G8cLMkj7DXmox9eXoy9GXo//p0fzaNH06xHb77DiH6zIpnVJp19T9MnQqi+9QrSYZVguFzONko7sYpKCRxkmU3rIyAeZ4XEvu5Lpg9lLXoxtOfeL1Z2FpvLGnLDi+gQXmvITi++9QSCio8WJCtWTibPmR5KxrnQ9651/k2Jd7L5II2OMjagxbp2k9MNHqt4gFmTgm4KKfLwD3d73ercJFZlDtQS41H2FXI51qNVPiJ+PA0qVpQcyV9nqlpV64Bc31yZmDx8FYwuytxhZMLYIG6NcAesfmjkCRYEAtJbcyhHvYqGgK1nLcNpojSUcTwOjHmZJpoAW4WscICs0idKX/PoB9Oj9AJF3QrSo6O0I8CJzRvueV9XCDJZyy51pZOcHbyLPJJ1KJ5fb38xVDeyxTy1hKYnnv/I7ZN8vPSyFeSFaCJRxCmnO4clhTBf96dETtBFqGNVyVE+BJZ4aiNSZcuWxvSoNNxVanM4T6/PAiBYvxWzjfDg9P/TpN3yUfVVJlc1FVl1NTOpq+C1JLPEr3zcF6m0JVzYILPQPc8iNAjuRwDYueFioi2NCwvbsRtITZ3Q5siwLZjjyklUrJrECRYZ0FKye5co6efT5kV3ilUaPQAt8AujA9hbIg6JCCU8xdGJKeHqicWwhA8ZZJbdeuHO5fciu+FAezuSvbaQliEzvJfIfHJTzE4hTMXeaIc//Kcr0+mF0NhK5h5OTKNcu9Fxu+FXqcwPF9AsIQKJdfv1bTigq7o8i0mZK6VUk0ZQv2WWrkNE4u9KjSaANL+8q/kppZoJIBjuMg5ZfgdFURDDZc3xKCPh9uXwXEnZXcpkJGhuirDPnh8QzIPCSzceAwu8FlLVguIR8FWz4SM3cFaydzYEAKOC2FYn5Ijaa1AcnYIM15vOPfukAoM1XmLMSWXKGnvn2bu/VgCsWGFvA9CrxfhbPlPm+E+aKUSH3xdu+ZEoNwBOXi9mFtCB6q9qscOZRcS25pjO3rvUAVCF9nO4oyDg+o2UQ8rqHbWtcumrj9b/GOC+DPVR90n6CfgnEKjyrPxJejL0dfjv73jy7sXqwB0PYK/pYXC04wu+VF7J6hWfL7hxFksBxWH55ZRylmFjwXs3jGZjROvLiOXUzWPF8ThxspJAvFi2+p5e+c63NlZJVSavGn/Xd0EdjPXE6lCz9Ud7n5uTFvBs+hRWPOQS19CVBr/Uni1t/ggGNglB0Mvkh4trqY0PiG1d1nTM8Q5vZNi+0u/Ddm1i4Gc3FY/H7kS0L/3xJyl2LT20I/vRmEiDLLMJRU95aQBCF37z2UuTfNvCZwInyg+xkumYHT9Bt4fYbbCig/1YjTGPB1z7bV/Y6D1YJfaDzUoqqidKs2BHHzIuJTMw/jxy+eDxR0yZbq80v6Cy5FkWvLD0ulmSeKtW2SQKXC7N4Qup5Mzvw996zauVXeGvebeXETjjP7DgtXrMTU2jnZkW/sVSWfVjurD7OVSZJmIYtc35Inz+Ry7xLrOvZTBwQ7ma+nzFKZTN57WeRO/yCWnBjdLiLgbYmM55zJnbOlpPTQWXJsKpYKjx/Nt1TqCN4G/fIBBG2B+2E3NqXnGsL88zsJXRGBo1osDmWwG0RIxdLu3dDUQNGIipMEjdVVkSttcFH0rM8ZyaIlaKa7eOCPOk5Im8kUcltJX3ktDh8tkGVGC/4FHCxQupNLOhz0+fTQAMbMoPQUHauEW14rnQxetBtVhcTQEPz+H2rIlBY03uKzPFFXS2btiklDVdmaGT5JYf4o0kCUOTn9i/D47aJodboWpjC1n9/1e5PQXkvLrTgg8V5C16//2aPQ2xwKHdVyw19lzDyYjMXpWh3YNoVIcERcZCd4Lwh7nwHfxpiZh7cZJ+mCHZAgikbLTWS+wHZvcM13KEehAduvpbuuDVonNY7dHdlzvqR31QuEainkTRG1g3BV1W4kpv655uO8pIpvbbm1UaLiAa1WYuiXvCdBJ0PQLhmE8iw8lmaAVetqvwAJeXmmSjjW3gQ0fpVTUQJUly47fd9ntRn2Fx4X5diBVWzytulDTBTNvKNZeV37qQhIpnypmVnSFzWcf2BAO6zphAQkNgA+6wwRqNJrWsyAQUqmnt/xgkjOdWf0tJfn4pd1K4vwyB52ea63duEhuUlwRTK/BjDBFjZ8d1COtn0r0KpxXcaJ9Tpat8nhUYqzG3dIBcnqnHZRuFm0B7cJMFmw0QI7xx8Dy9/7iRw2dPEFx+ocJNljNTv/I07aqQ1mO4W3bAwO4vwLbq89lpZrQ9bzxrV2+AVj4fZ/8e6u/XmyVBS1uPgFR5XnUYtNdzKD4gTG8d7wj1KxuCKnRRMURHa7PHHA9vOL95vmVd2UMrv0/WppVvmALSFq8me1dO3gC4o0R8dDwSjilQBGATVTmH/h1oOkF3jqCa6B/KKYWzVZgS4e0RfVp77g+Db/APd7ZWWZoPPrtY/vZjG9AxK6nj0ZW+AN9nHfdWcYIeyLgaK3LLcSE1KccejQz0at2s0Xb9L/1WRdX250VvSWH5WSVugbhYlOocw7wPDG+vr8F5BjStbVF7zMDy8J/R8gdMajqo7pekxz3jyt3Pdg6ct3m15CvIR4CfES4iXES4iXEC8hXkK8hHgJ8RLiJcRLiP85CK7TCpDPvbauCB+x6Bn9IL5df5VMfHw67p2vFzsu18157mIs0nqDEsgzcyeiTy1c/OC+Pr73zuZ6b0naf8/5Bb87NsFp5pOmD2g6GP8f+53NXJ8AvqF+AmG/DnFcv4p2DKNTiu/NgnQUWh+cT9jUAG9ANmQ2oI246Vms9s4tbXeiAvX2EU/nPU/U5VXqdraIQzLeJpdFuWyyYVRUPNEBIPlT7rc29H0NjVHKqIlxg5u3e6hi9QpkxB2vFnls+9lilFjTVS2NQnXewarMj9fSXBvlhVT7lACWCv0xkaJJIUBZxiMJxfe3YuUK9/lMKcUWIZIoVZP0S0m507/nuREH1VeyUkQO3IOzFIX9Lsl6k0YUYqVKigyFl28nioa1PMsgmqfmYC1YEpJpDcv1gqRz5K/Bpn40Gbqata70fC/XIuwY/ftoT/eRVJVe38ivKtGbxKUw+y96g6I/u9HWcMiuUBjfdIELgzLo6IYCo0UWO7uBZqmhsX3xjYC5oVjfx0o5uSWMkvlqGc3GpnXasaRIXRzP5L3YEO76Bjn1zWpBXzkJMC8kOjUkZ/+WCLOQyUajWAwhraycwEZxuVz02WnmTnemQCVRROdKjVXr0PUT+DfWkgn13dcNoPg6ILivfg4TRSU6/dR122i27Vga5rhypLM4ZKCitG98XXRgo0iz2Ts39C21xCNanN0euj/p9JbUBSy/Q/odElwUKghp1vZS4G/uLR+Q2iYDF+URmfr8HpUR314yiO2043Yw/zl4jUXAjoicD0UnR0ZzxbTKGFgstNSYX9BZPASIDIQ5VYLCs0Zs6jyt2xxkZPvj7caCKkwiQZcsJgxtJDLpIsdbJX2zmiE4ru4YNS0rMjDl6ooA8lL+Upuy06PQgoXN12iN+3vKS7PmD1xhod4BRDGxfAcdYiCa8fgngIoh2s0H+Vn/lKXmS3QG8VcboLHGFlaUW0OdFBL+Byu+L6IR6moeh2oCSMouOgl9Ixi3IWtxI0Pav+JGO3MHPcMjmdk/4kziF2RRZeQ8HB6mu8pxXPJv5Tg+sKcYM1XtkBEOq7ZBmb1NSTZ/Z70Ncq+LAUEabbLS8fRZ4NLO2ndMRLg6j+PFkt10jiiin5wHB03UOwC9r+ITMTbZlvbFivRtjNXr/eFGvHnT3CrxSGma3tpI5ibJNdBtEDw4KcmhmHCk4mzABeiHoIumrNW4bm84a/U5kGSOgJMevUbaTJyD+ukp78n6ETZcHnA6w5nNH1f+TUVUC1pY6Y9MSuqAGhC0pdvQ8Si1CYj7Lt1hI7MPRA/fcLxbJadVSonlgEJX7x8As14np9otNJfl6gpmV+6j+XDCQ1BGT5fXiApbD4oR9ENdv3vXTj+xUNNkXetmJZNkyiRtJ/oxAL93A8wpZo70ApQm5QwF11zPcdSewHt3DpPyMu54xsrIxfVh15qVtfbUpsmQbiQRGerLnCycU23BzimU2lQ57YeQPVe0BNPIveHHmapj5EoYZTUucOJWsMX9ozAvpO2uxJ/Acp2BOUdggejIi1ATaMR9SaIlSZS4aek/jHyc9UMS4YBb1Y+MTJLjfRfRefEi729u89rp9FCJ/m5s65jbrVq1R7XzkCjJBIvtbIL8oqj1J3dWMbHEbWuH32IzhPM7GEL6XyVqqWtq0GeVRNsOGsInA2pL27sOvS01xb+UWB416hPJNCA4OY/bGycEvTNN43Qm1LqJ31HcWXRVtRRm6RMCuTgzrFgsUDTqMNXFdVGUbSkksXrLtFRt7vifcrRdnM2kW29PH47n6tltNB8Det8MMekT8wCr3ZGHT3FumpLyHVK0LfKG6cNkS+dIUfn40uv6HexAvo5Zuw1ZBtKqiqIUH5UKhzEDmkqzAadyrGeIJEFoNP9opWBQbYnUmaD40uJVJ6V2fFXJunuKJCW5pYR/4tAPnI2quC4WwWmgBcV1jqejtWhStW+v92y4FBi2AZL10yJt0rOb9b6cBflbp8Uq7eev2uHwU3EY+yswlsg7SeqJ0psjqolTbKKDi3KZG42J+KzHnUfGgZYkeealu0cPWSL1pktaJc2sttr9IrJd/jWVoc3MOLi5QA+seays/SD+FTPDShxwSVv758Ple9mNjh93gkLSZps5JpbUueuJmi87aV1aSYDrEG5szc4nrEyV8afK9BOQ1ZXDO/7mvZhFaU7LtRXwyg8DS3XD/6S2k1tZqVMthPDPdbX6ApAeKOpToMHWNOktzUKGT4DEWI2lFSsseJXPXvOsh1ZrPrIzRiWKNYY/mB/wFR5OgDHgH4/e05awjK5HTbk/jP7Q7KQ1TwuKL25jMInNT/zUKXhT78pXYypiSGc6p7XJyvFyzdNdhlwdps93v23Wkwk11AiFkh0UTk4299uDkX9nvJ3nKvgBaOQFgKYZIB3WFPcGewNAB4rv8ukB46SldQth49qn6qLbPTdgHZcc10dvOfi7pi2qNa8ZoCNXTP+f2Oc67L/2qXuiTls7BRvP2uWBs3Y2/RgSNNBrlP6ysnvXQ3Sr//n9kT3N8J0MfnLzLzoeMbSZI1qsxgxihBqK131EeLxOSi7LKt8ohe9GySXB3mLJmXTqAbv7DL4g948phbC3ktkrJUnmmQpQYYgk18TgdgbSdXiikZPyRBI3npMKVu3RGMjcBnkXzNwfNvLxsltJza6DQp+h4QvU0NvqpRPtpKW7KJm7pXd5PrlzTlnCzRtvwpYOX3wikWUiPEFhiWL6BLBomQ+RD1sdb+sQfC4qJN7pMj2NMetjBfY0gnvnn2iEk4z3VxNHVivuw4lqeKBzSGmJpLBCNv/UBHKq9bxOb3KFrBMbn3jfBgmHZ23bOv2/pNI1OeC68hD5KU5MX04nzwGrlHchU1de6+eTZJ/c5X2eW4F2M/3mzuHPWC5b+qmeNuMbP9lT9jvmm518BOEdsSQDXO3iZlG649ZuRQKQ1apQKpiXHJk3b5iUEsSwxMwo7bPfucAL8OtWDbH4Dm0Z32x2KtRTVNgFuEWudMiFUlU7O8G440oCmE+Azdzxs2o8oDZZ2jjQ6YSQ+eCuEmXLOjsdiQMA0pob+XUDTByJZHuSGbLdL9+qlTDUQuzp20RqubHgJwep2rZ25K6pmiJxRI4lNTL7QB9at4smMM0jPwjoVlk9L462Sz/Od31+0uYTYMg8bT2V51EViftUFeS8H3QyPWMJa5DQKHiF+L2VKHNSzrNc6Yl95ruNVhL+JOgBSeaLTa7VqDYuisv/TeEH+HstEEoX3/kanUN4YowAiwiw+vmHEPDx2Jb9VASspH54B0Vf8H3UsIKDbIKvPwc4bylA9gRu9u5CNVrlV+ZulQmDCI0aBaqYn6q0skyCwuY1JRME18BAYYNVtKwQrNcCSZ/gI6NSBUprMgm4r7TXkjCTNJeBNBpisPFdNgrskkiceyVJGbR6CwHWY3K1cfbXDZhv+yj1WWbPv8KfJNjczUxy8rOoLGnzW8pKYjU/ESpBE6mMmIL5v+P9M+erYJLnYLbeTNOqve/mWqy2dAWv30T0Hh9WZ12O3GY03m7UhfUZ7pKi9Yvk7GLu3RAJU5QWxOqTLEZPIAda/ZeSWKmUZuZEdtzdJaS/6TO/txaBjcm7FvJdlfKE7OjRSqXM9Qji7D7bxeU7Ia4RUvEk2Xkdtrw0aBMyvGdyu9gs3AgaR2X3wQrSMlfQJp7gpBGd3qR3bI8eemLI9b6MiCY6sBWLe6KOjaqsViYn5UnO/glpv4o8QfKMKBBLPgcvsm2tMFurPivHb+J2sGUT6EzNfFuBS6emn2k/nX5y1HGsWtjO6hMmuUZB0aI7/cil+w+PNDdOUGov8CAUOz8JUL7BbiynAGqgftoe2J5PMl2KLaQgSd7+JKmpyc4xcj+/rK51HPgBLGzqCPYRSBB/rmQPqER931Jl6JrY8IyrznySg+ky6vPreM+hsPT9P3s4pRDtJhwsaBVft0FLf746wiLC158bN4kFs8HadoMoyhBvMVdikghz2httdXQ7vMMTDBlXg9lp1GJq44KjrEYeEgUac9dTPiG/lVruABVIcDcdYv5qS8dF3mx3tSCG8/TV+qyD75T0VYzHsQ1otra0CdHOrYCoiV1JMb7oJAJf9nOIM2455DTolw2vgSYjF/JDdji4Kt8kmstdXj++IyK22+3o/mD25Lv8yXfVJPuo0tFJMo8ermaZJRoY0eBOYWjvzsLibU9JfuIcPDKO1wemaJRtj6LchyIKQpwNmDcaRQS33thCPlpRSI3qWUHQdWNTox+zRQRd7td3PMlVfAfLZbrKt1Ncl3y5a7LdpxgIWBUHu8Tu43X5diL7iI24j+Qf+YxfR1/Cie2kuAgvy+p5dBF+BeuiDh+oxyMIilLOZLClI/CeJAXj+hE29ZoXX7+Cv3XusWrZh+aL/m9OXbRL3zFPwrbiBmrtnX97Qqxjwiut6yajdVW9YUXcxMinwav9AyACWMZqy08EIx3JtbMClGaeuTpGpe/k2zoprL5sDG28xd0X+h/v2nzfV9AHoDZo1g6NYjhkrx9lhdRyW9FZEWGNShzj7WOY2Dgat8MAEE/Yz7se01Kdh7MYYevdvar91sjld1MEG1lnS50W5c8fd6tiJu+XBaUWPzoE6Zq2soUUNWccOt3nDvxxc/yjJ3Fz6pPuGOI+eLhiteJ95nQT3OF5Z7HSOAJxdXRNz7oHzagqllx10eAbp5tlwbFVoSlzqx64X6lM/vVo44xDCG5E/DmIYyxu+nRAYeQ0bd+FtentAlp+zqRrJqF6UVvNP7FF7vF1n276hPH33f/4H1BLAwQUAAIACADJVexIOF/j5UwAAABrAAAAGwAAAHVuaXZlcnNhbC91bml2ZXJzYWwucG5nLnhtbLOxr8jNUShLLSrOzM+zVTLUM1Cyt+PlsikoSi3LTC1XqACKAQUhQEmh0lbJxAjBLc9MKckAqjAwNEMIZqRmpmeU2CqZmyFU6gPNBABQSwECAAAUAAIACABDlFdHDcAxHsABAADaAwAADwAAAAAAAAABAAAAAAAAAAAAbm9uZS9wbGF5ZXIueG1sUEsBAgAAFAACAAgARJRXRyO0Tvv7AgAAsAgAABQAAAAAAAAAAQAAAAAA7QEAAHVuaXZlcnNhbC9wbGF5ZXIueG1sUEsBAgAAFAACAAgAyVXsSB/SzKJDMAAAIFoAABcAAAAAAAAAAAAAAAAAGgUAAHVuaXZlcnNhbC91bml2ZXJzYWwucG5nUEsBAgAAFAACAAgAyVXsSDhf4+VMAAAAawAAABsAAAAAAAAAAQAAAAAAkjUAAHVuaXZlcnNhbC91bml2ZXJzYWwucG5nLnhtbFBLBQYAAAAABAAEAA0BAAAXNgAAAAA="/>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10150</TotalTime>
  <Words>2022</Words>
  <Application>Microsoft Office PowerPoint</Application>
  <PresentationFormat>宽屏</PresentationFormat>
  <Paragraphs>257</Paragraphs>
  <Slides>24</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24 LED</vt:lpstr>
      <vt:lpstr>DeepSeek-CJK-patch</vt:lpstr>
      <vt:lpstr>NimbusRomNo9L-Regu</vt:lpstr>
      <vt:lpstr>等线</vt:lpstr>
      <vt:lpstr>Arial</vt:lpstr>
      <vt:lpstr>Arial Black</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juseice juseice</cp:lastModifiedBy>
  <cp:revision>305</cp:revision>
  <dcterms:created xsi:type="dcterms:W3CDTF">2016-01-18T12:33:30Z</dcterms:created>
  <dcterms:modified xsi:type="dcterms:W3CDTF">2025-04-11T07:46:23Z</dcterms:modified>
</cp:coreProperties>
</file>